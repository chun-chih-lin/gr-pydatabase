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4" r:id="rId5"/>
    <p:sldId id="258" r:id="rId6"/>
    <p:sldId id="265" r:id="rId7"/>
    <p:sldId id="266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5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66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9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1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39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3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3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1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7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0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0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6EA25-717A-4C0C-8F5F-C01DB16302E8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C1CFA-C6B0-4BCA-83B6-0057C70F4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3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EA4D782-D38C-FC82-1317-BD3DEB6BDED0}"/>
              </a:ext>
            </a:extLst>
          </p:cNvPr>
          <p:cNvGrpSpPr/>
          <p:nvPr/>
        </p:nvGrpSpPr>
        <p:grpSpPr>
          <a:xfrm>
            <a:off x="330080" y="724728"/>
            <a:ext cx="7378343" cy="5448308"/>
            <a:chOff x="330080" y="724728"/>
            <a:chExt cx="7378343" cy="54483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582F64-E18F-0A98-6BE0-0EC3CA8FC618}"/>
                </a:ext>
              </a:extLst>
            </p:cNvPr>
            <p:cNvSpPr txBox="1"/>
            <p:nvPr/>
          </p:nvSpPr>
          <p:spPr>
            <a:xfrm>
              <a:off x="5810805" y="3531235"/>
              <a:ext cx="16984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Is it timeout?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C02D73-BB89-3F9C-5631-4BCCA7FFED25}"/>
                </a:ext>
              </a:extLst>
            </p:cNvPr>
            <p:cNvSpPr/>
            <p:nvPr/>
          </p:nvSpPr>
          <p:spPr>
            <a:xfrm>
              <a:off x="496200" y="1679402"/>
              <a:ext cx="2163538" cy="6613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Subscribe to TRANSMISSION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D01C6E5-CA9B-46EE-14D9-2F27D381322F}"/>
                </a:ext>
              </a:extLst>
            </p:cNvPr>
            <p:cNvGrpSpPr/>
            <p:nvPr/>
          </p:nvGrpSpPr>
          <p:grpSpPr>
            <a:xfrm>
              <a:off x="1043209" y="870208"/>
              <a:ext cx="1069522" cy="571500"/>
              <a:chOff x="2196191" y="1396093"/>
              <a:chExt cx="1069522" cy="57150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24CC344-61FB-40E8-9DCD-ED41AED76768}"/>
                  </a:ext>
                </a:extLst>
              </p:cNvPr>
              <p:cNvSpPr/>
              <p:nvPr/>
            </p:nvSpPr>
            <p:spPr>
              <a:xfrm>
                <a:off x="2196191" y="1396093"/>
                <a:ext cx="1069522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6D26F1-D327-A97F-A5BA-1CF9D5EA5435}"/>
                  </a:ext>
                </a:extLst>
              </p:cNvPr>
              <p:cNvSpPr txBox="1"/>
              <p:nvPr/>
            </p:nvSpPr>
            <p:spPr>
              <a:xfrm>
                <a:off x="2424105" y="1497177"/>
                <a:ext cx="6136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start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9BBC67-6FF7-7070-2194-F01443694565}"/>
                </a:ext>
              </a:extLst>
            </p:cNvPr>
            <p:cNvSpPr/>
            <p:nvPr/>
          </p:nvSpPr>
          <p:spPr>
            <a:xfrm>
              <a:off x="879923" y="2580313"/>
              <a:ext cx="1396092" cy="3695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Notification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5AAA12-9B35-70D9-5D56-2E5D4CCAB81B}"/>
                </a:ext>
              </a:extLst>
            </p:cNvPr>
            <p:cNvSpPr/>
            <p:nvPr/>
          </p:nvSpPr>
          <p:spPr>
            <a:xfrm>
              <a:off x="5814883" y="5666014"/>
              <a:ext cx="1694328" cy="5070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Transmission ends as Failed.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52D558-6E23-B614-023E-893FCC30D4C5}"/>
                </a:ext>
              </a:extLst>
            </p:cNvPr>
            <p:cNvSpPr/>
            <p:nvPr/>
          </p:nvSpPr>
          <p:spPr>
            <a:xfrm>
              <a:off x="5964001" y="2555143"/>
              <a:ext cx="1392014" cy="3695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Sleep for 0.001 sec.</a:t>
              </a:r>
            </a:p>
          </p:txBody>
        </p:sp>
        <p:sp>
          <p:nvSpPr>
            <p:cNvPr id="17" name="Diamond 16">
              <a:extLst>
                <a:ext uri="{FF2B5EF4-FFF2-40B4-BE49-F238E27FC236}">
                  <a16:creationId xmlns:a16="http://schemas.microsoft.com/office/drawing/2014/main" id="{E09863B4-31DC-C22C-1237-59BF1445A4D7}"/>
                </a:ext>
              </a:extLst>
            </p:cNvPr>
            <p:cNvSpPr/>
            <p:nvPr/>
          </p:nvSpPr>
          <p:spPr>
            <a:xfrm>
              <a:off x="2977895" y="3108652"/>
              <a:ext cx="2353382" cy="115294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122186-6C33-AA14-0AF8-C3C38EEA1EDB}"/>
                </a:ext>
              </a:extLst>
            </p:cNvPr>
            <p:cNvSpPr txBox="1"/>
            <p:nvPr/>
          </p:nvSpPr>
          <p:spPr>
            <a:xfrm>
              <a:off x="3444968" y="3315792"/>
              <a:ext cx="14192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Is the monitor field registered as Success?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5447F9-C397-CF8D-CAEC-C02AC11B5DFE}"/>
                </a:ext>
              </a:extLst>
            </p:cNvPr>
            <p:cNvSpPr/>
            <p:nvPr/>
          </p:nvSpPr>
          <p:spPr>
            <a:xfrm>
              <a:off x="3135415" y="4484729"/>
              <a:ext cx="2038347" cy="9687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Trigger the RF front-end to transmit the packet.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629388F-426F-9426-BC12-A059C11E5EE3}"/>
                </a:ext>
              </a:extLst>
            </p:cNvPr>
            <p:cNvSpPr/>
            <p:nvPr/>
          </p:nvSpPr>
          <p:spPr>
            <a:xfrm>
              <a:off x="330080" y="4423849"/>
              <a:ext cx="2495778" cy="10918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Create a monitor field for recording the result of the packet.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(Waiting/Failed/Success)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67662D9-E200-EE3A-9196-5570E16186BE}"/>
                </a:ext>
              </a:extLst>
            </p:cNvPr>
            <p:cNvCxnSpPr>
              <a:stCxn id="4" idx="4"/>
              <a:endCxn id="5" idx="0"/>
            </p:cNvCxnSpPr>
            <p:nvPr/>
          </p:nvCxnSpPr>
          <p:spPr>
            <a:xfrm flipH="1">
              <a:off x="1577969" y="1441708"/>
              <a:ext cx="1" cy="2376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EB814E8-049A-8F8F-439E-EC08DA8DC2FA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>
              <a:off x="1577969" y="2340710"/>
              <a:ext cx="0" cy="2396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8A20E6C-5AB4-4EEF-79E0-0946940ECD35}"/>
                </a:ext>
              </a:extLst>
            </p:cNvPr>
            <p:cNvCxnSpPr>
              <a:cxnSpLocks/>
              <a:stCxn id="11" idx="2"/>
              <a:endCxn id="50" idx="0"/>
            </p:cNvCxnSpPr>
            <p:nvPr/>
          </p:nvCxnSpPr>
          <p:spPr>
            <a:xfrm>
              <a:off x="1577969" y="2949853"/>
              <a:ext cx="0" cy="2376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52F7097-785B-F2A4-B960-41B0BB2659AE}"/>
                </a:ext>
              </a:extLst>
            </p:cNvPr>
            <p:cNvCxnSpPr>
              <a:cxnSpLocks/>
              <a:stCxn id="17" idx="0"/>
              <a:endCxn id="64" idx="2"/>
            </p:cNvCxnSpPr>
            <p:nvPr/>
          </p:nvCxnSpPr>
          <p:spPr>
            <a:xfrm flipV="1">
              <a:off x="4154586" y="2885518"/>
              <a:ext cx="3" cy="22313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1FEF2BB-28DF-ABA4-4599-79F200D6FA88}"/>
                </a:ext>
              </a:extLst>
            </p:cNvPr>
            <p:cNvCxnSpPr>
              <a:cxnSpLocks/>
              <a:stCxn id="21" idx="0"/>
              <a:endCxn id="17" idx="2"/>
            </p:cNvCxnSpPr>
            <p:nvPr/>
          </p:nvCxnSpPr>
          <p:spPr>
            <a:xfrm flipH="1" flipV="1">
              <a:off x="4154586" y="4261596"/>
              <a:ext cx="3" cy="2231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ABD3411-2D41-1818-1735-3E63C07EFD41}"/>
                </a:ext>
              </a:extLst>
            </p:cNvPr>
            <p:cNvCxnSpPr>
              <a:cxnSpLocks/>
              <a:stCxn id="74" idx="0"/>
              <a:endCxn id="13" idx="2"/>
            </p:cNvCxnSpPr>
            <p:nvPr/>
          </p:nvCxnSpPr>
          <p:spPr>
            <a:xfrm flipV="1">
              <a:off x="6660008" y="2924683"/>
              <a:ext cx="0" cy="3394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BCFCAFB-5EAA-1D3C-4B3E-B2CB5865F3E9}"/>
                </a:ext>
              </a:extLst>
            </p:cNvPr>
            <p:cNvCxnSpPr>
              <a:cxnSpLocks/>
              <a:stCxn id="50" idx="2"/>
              <a:endCxn id="22" idx="0"/>
            </p:cNvCxnSpPr>
            <p:nvPr/>
          </p:nvCxnSpPr>
          <p:spPr>
            <a:xfrm>
              <a:off x="1577969" y="4186155"/>
              <a:ext cx="0" cy="2376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7F76EBD-A9C9-B1F2-DE8F-FBE5667BE956}"/>
                </a:ext>
              </a:extLst>
            </p:cNvPr>
            <p:cNvGrpSpPr/>
            <p:nvPr/>
          </p:nvGrpSpPr>
          <p:grpSpPr>
            <a:xfrm>
              <a:off x="558793" y="3187547"/>
              <a:ext cx="2038352" cy="998608"/>
              <a:chOff x="1309005" y="5249636"/>
              <a:chExt cx="2038352" cy="998608"/>
            </a:xfrm>
          </p:grpSpPr>
          <p:sp>
            <p:nvSpPr>
              <p:cNvPr id="50" name="Diamond 49">
                <a:extLst>
                  <a:ext uri="{FF2B5EF4-FFF2-40B4-BE49-F238E27FC236}">
                    <a16:creationId xmlns:a16="http://schemas.microsoft.com/office/drawing/2014/main" id="{3A19D14C-0FE9-BAAA-B96F-4FE3172512AA}"/>
                  </a:ext>
                </a:extLst>
              </p:cNvPr>
              <p:cNvSpPr/>
              <p:nvPr/>
            </p:nvSpPr>
            <p:spPr>
              <a:xfrm>
                <a:off x="1309005" y="5249636"/>
                <a:ext cx="2038352" cy="998608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1FCD3B-4930-2568-CCE8-16AA3C8E527E}"/>
                  </a:ext>
                </a:extLst>
              </p:cNvPr>
              <p:cNvSpPr txBox="1"/>
              <p:nvPr/>
            </p:nvSpPr>
            <p:spPr>
              <a:xfrm>
                <a:off x="1618563" y="5487330"/>
                <a:ext cx="14192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Is the RF front-end idle?</a:t>
                </a:r>
              </a:p>
            </p:txBody>
          </p:sp>
        </p:grp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60EB427-E678-E880-58B1-7A29FB0D07FF}"/>
                </a:ext>
              </a:extLst>
            </p:cNvPr>
            <p:cNvCxnSpPr>
              <a:cxnSpLocks/>
              <a:stCxn id="22" idx="3"/>
              <a:endCxn id="21" idx="1"/>
            </p:cNvCxnSpPr>
            <p:nvPr/>
          </p:nvCxnSpPr>
          <p:spPr>
            <a:xfrm flipV="1">
              <a:off x="2825858" y="4969107"/>
              <a:ext cx="309557" cy="6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5B3EECF-ADD0-3A66-88AA-16E337500EA9}"/>
                </a:ext>
              </a:extLst>
            </p:cNvPr>
            <p:cNvSpPr/>
            <p:nvPr/>
          </p:nvSpPr>
          <p:spPr>
            <a:xfrm>
              <a:off x="3247202" y="2213517"/>
              <a:ext cx="1814774" cy="6720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The transmission ends as Success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9B34A0B-579B-6C68-E705-ACF0F21528C5}"/>
                </a:ext>
              </a:extLst>
            </p:cNvPr>
            <p:cNvSpPr/>
            <p:nvPr/>
          </p:nvSpPr>
          <p:spPr>
            <a:xfrm>
              <a:off x="2716645" y="724728"/>
              <a:ext cx="2875888" cy="12317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Remove the oldest member from the message queue and trigger the Queue Agent to issue another transmission.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84B2B6E-1A9D-377C-ADFA-A73C293C9625}"/>
                </a:ext>
              </a:extLst>
            </p:cNvPr>
            <p:cNvCxnSpPr>
              <a:cxnSpLocks/>
              <a:stCxn id="64" idx="0"/>
              <a:endCxn id="65" idx="2"/>
            </p:cNvCxnSpPr>
            <p:nvPr/>
          </p:nvCxnSpPr>
          <p:spPr>
            <a:xfrm flipV="1">
              <a:off x="4154589" y="1956519"/>
              <a:ext cx="0" cy="2569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Diamond 73">
              <a:extLst>
                <a:ext uri="{FF2B5EF4-FFF2-40B4-BE49-F238E27FC236}">
                  <a16:creationId xmlns:a16="http://schemas.microsoft.com/office/drawing/2014/main" id="{B003AD80-79B8-38C3-9BB1-4CEF75FDC8B8}"/>
                </a:ext>
              </a:extLst>
            </p:cNvPr>
            <p:cNvSpPr/>
            <p:nvPr/>
          </p:nvSpPr>
          <p:spPr>
            <a:xfrm>
              <a:off x="5800709" y="3264145"/>
              <a:ext cx="1718598" cy="841958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94424AD-F4CB-8F56-3F38-E7AF24DD6E9C}"/>
                </a:ext>
              </a:extLst>
            </p:cNvPr>
            <p:cNvSpPr txBox="1"/>
            <p:nvPr/>
          </p:nvSpPr>
          <p:spPr>
            <a:xfrm>
              <a:off x="5810805" y="4707497"/>
              <a:ext cx="16984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Has it exceeded the max retry?</a:t>
              </a:r>
            </a:p>
          </p:txBody>
        </p:sp>
        <p:sp>
          <p:nvSpPr>
            <p:cNvPr id="76" name="Diamond 75">
              <a:extLst>
                <a:ext uri="{FF2B5EF4-FFF2-40B4-BE49-F238E27FC236}">
                  <a16:creationId xmlns:a16="http://schemas.microsoft.com/office/drawing/2014/main" id="{D72C7196-EE14-5C4F-B750-DF6BB93291B6}"/>
                </a:ext>
              </a:extLst>
            </p:cNvPr>
            <p:cNvSpPr/>
            <p:nvPr/>
          </p:nvSpPr>
          <p:spPr>
            <a:xfrm>
              <a:off x="5611593" y="4455478"/>
              <a:ext cx="2096830" cy="1027258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EE18C48F-8AC9-D68B-3C41-0466E974316E}"/>
                </a:ext>
              </a:extLst>
            </p:cNvPr>
            <p:cNvCxnSpPr>
              <a:cxnSpLocks/>
              <a:stCxn id="17" idx="3"/>
              <a:endCxn id="74" idx="1"/>
            </p:cNvCxnSpPr>
            <p:nvPr/>
          </p:nvCxnSpPr>
          <p:spPr>
            <a:xfrm>
              <a:off x="5331277" y="3685124"/>
              <a:ext cx="4694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97F873F2-220A-22E9-3523-3555C3A0DD6A}"/>
                </a:ext>
              </a:extLst>
            </p:cNvPr>
            <p:cNvCxnSpPr>
              <a:cxnSpLocks/>
              <a:stCxn id="74" idx="2"/>
              <a:endCxn id="76" idx="0"/>
            </p:cNvCxnSpPr>
            <p:nvPr/>
          </p:nvCxnSpPr>
          <p:spPr>
            <a:xfrm>
              <a:off x="6660008" y="4106103"/>
              <a:ext cx="0" cy="3493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4722C75-BF95-E4AA-CEE3-9D76C26025B9}"/>
                </a:ext>
              </a:extLst>
            </p:cNvPr>
            <p:cNvCxnSpPr>
              <a:cxnSpLocks/>
              <a:stCxn id="76" idx="1"/>
              <a:endCxn id="21" idx="3"/>
            </p:cNvCxnSpPr>
            <p:nvPr/>
          </p:nvCxnSpPr>
          <p:spPr>
            <a:xfrm flipH="1">
              <a:off x="5173762" y="4969107"/>
              <a:ext cx="43783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0DC134C-1712-B185-43A0-ACA42F207C62}"/>
                </a:ext>
              </a:extLst>
            </p:cNvPr>
            <p:cNvCxnSpPr>
              <a:cxnSpLocks/>
              <a:stCxn id="76" idx="2"/>
              <a:endCxn id="12" idx="0"/>
            </p:cNvCxnSpPr>
            <p:nvPr/>
          </p:nvCxnSpPr>
          <p:spPr>
            <a:xfrm>
              <a:off x="6660008" y="5482736"/>
              <a:ext cx="2039" cy="18327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3AE4298B-EF41-85C4-6624-FEF15767B20C}"/>
                </a:ext>
              </a:extLst>
            </p:cNvPr>
            <p:cNvCxnSpPr>
              <a:stCxn id="13" idx="1"/>
            </p:cNvCxnSpPr>
            <p:nvPr/>
          </p:nvCxnSpPr>
          <p:spPr>
            <a:xfrm rot="10800000" flipV="1">
              <a:off x="4784271" y="2739913"/>
              <a:ext cx="1179730" cy="685328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EAF49F3-DA47-FD81-2DF0-97C4E9EF4F15}"/>
                </a:ext>
              </a:extLst>
            </p:cNvPr>
            <p:cNvSpPr txBox="1"/>
            <p:nvPr/>
          </p:nvSpPr>
          <p:spPr>
            <a:xfrm>
              <a:off x="1124624" y="4076930"/>
              <a:ext cx="524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2BFE6DA-1E10-F47E-1BD8-49998EF2C33F}"/>
                </a:ext>
              </a:extLst>
            </p:cNvPr>
            <p:cNvSpPr txBox="1"/>
            <p:nvPr/>
          </p:nvSpPr>
          <p:spPr>
            <a:xfrm>
              <a:off x="3662870" y="2820416"/>
              <a:ext cx="524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1192A7A-D993-BF7E-117E-90CBACCF1274}"/>
                </a:ext>
              </a:extLst>
            </p:cNvPr>
            <p:cNvSpPr txBox="1"/>
            <p:nvPr/>
          </p:nvSpPr>
          <p:spPr>
            <a:xfrm>
              <a:off x="6192933" y="4104435"/>
              <a:ext cx="524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AEDA22F-D878-6F41-5929-5B0A8677BA34}"/>
                </a:ext>
              </a:extLst>
            </p:cNvPr>
            <p:cNvSpPr txBox="1"/>
            <p:nvPr/>
          </p:nvSpPr>
          <p:spPr>
            <a:xfrm>
              <a:off x="6192933" y="5389709"/>
              <a:ext cx="524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06B3E12-D0D0-1238-45F2-C4883F5433F7}"/>
                </a:ext>
              </a:extLst>
            </p:cNvPr>
            <p:cNvSpPr txBox="1"/>
            <p:nvPr/>
          </p:nvSpPr>
          <p:spPr>
            <a:xfrm>
              <a:off x="5173762" y="4662617"/>
              <a:ext cx="524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9DB4994-AECA-17F2-B3E2-39F42B7DDC6C}"/>
                </a:ext>
              </a:extLst>
            </p:cNvPr>
            <p:cNvSpPr txBox="1"/>
            <p:nvPr/>
          </p:nvSpPr>
          <p:spPr>
            <a:xfrm>
              <a:off x="6192933" y="2957433"/>
              <a:ext cx="524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5E04B9A-953A-E57D-E777-3B914BF3174F}"/>
                </a:ext>
              </a:extLst>
            </p:cNvPr>
            <p:cNvSpPr txBox="1"/>
            <p:nvPr/>
          </p:nvSpPr>
          <p:spPr>
            <a:xfrm>
              <a:off x="5271121" y="3368274"/>
              <a:ext cx="524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8777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C02D73-BB89-3F9C-5631-4BCCA7FFED25}"/>
              </a:ext>
            </a:extLst>
          </p:cNvPr>
          <p:cNvSpPr/>
          <p:nvPr/>
        </p:nvSpPr>
        <p:spPr>
          <a:xfrm>
            <a:off x="2936879" y="1255211"/>
            <a:ext cx="2163538" cy="6613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Subscribe to QUEUE:LIST:TRANS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D01C6E5-CA9B-46EE-14D9-2F27D381322F}"/>
              </a:ext>
            </a:extLst>
          </p:cNvPr>
          <p:cNvGrpSpPr/>
          <p:nvPr/>
        </p:nvGrpSpPr>
        <p:grpSpPr>
          <a:xfrm>
            <a:off x="3483888" y="446017"/>
            <a:ext cx="1069522" cy="571500"/>
            <a:chOff x="2196191" y="1396093"/>
            <a:chExt cx="1069522" cy="5715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24CC344-61FB-40E8-9DCD-ED41AED76768}"/>
                </a:ext>
              </a:extLst>
            </p:cNvPr>
            <p:cNvSpPr/>
            <p:nvPr/>
          </p:nvSpPr>
          <p:spPr>
            <a:xfrm>
              <a:off x="2196191" y="1396093"/>
              <a:ext cx="1069522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6D26F1-D327-A97F-A5BA-1CF9D5EA5435}"/>
                </a:ext>
              </a:extLst>
            </p:cNvPr>
            <p:cNvSpPr txBox="1"/>
            <p:nvPr/>
          </p:nvSpPr>
          <p:spPr>
            <a:xfrm>
              <a:off x="2424105" y="1497177"/>
              <a:ext cx="613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start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C20C22-88C3-3E4D-F97B-32570D3D3FBB}"/>
              </a:ext>
            </a:extLst>
          </p:cNvPr>
          <p:cNvGrpSpPr/>
          <p:nvPr/>
        </p:nvGrpSpPr>
        <p:grpSpPr>
          <a:xfrm>
            <a:off x="2675625" y="2763356"/>
            <a:ext cx="2686050" cy="1412421"/>
            <a:chOff x="1387928" y="3282043"/>
            <a:chExt cx="2686050" cy="1412421"/>
          </a:xfrm>
        </p:grpSpPr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8C6192E0-12F7-016C-7F38-D47F12C1B754}"/>
                </a:ext>
              </a:extLst>
            </p:cNvPr>
            <p:cNvSpPr/>
            <p:nvPr/>
          </p:nvSpPr>
          <p:spPr>
            <a:xfrm>
              <a:off x="1387928" y="3282043"/>
              <a:ext cx="2686050" cy="1412421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1F766A-9D00-606B-4F2F-39D9B1DBE262}"/>
                </a:ext>
              </a:extLst>
            </p:cNvPr>
            <p:cNvSpPr txBox="1"/>
            <p:nvPr/>
          </p:nvSpPr>
          <p:spPr>
            <a:xfrm>
              <a:off x="1649182" y="3726643"/>
              <a:ext cx="21635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Does the information have the correct format?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49BBC67-6FF7-7070-2194-F01443694565}"/>
              </a:ext>
            </a:extLst>
          </p:cNvPr>
          <p:cNvSpPr/>
          <p:nvPr/>
        </p:nvSpPr>
        <p:spPr>
          <a:xfrm>
            <a:off x="3320602" y="2156122"/>
            <a:ext cx="1396092" cy="369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Notification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5AAA12-9B35-70D9-5D56-2E5D4CCAB81B}"/>
              </a:ext>
            </a:extLst>
          </p:cNvPr>
          <p:cNvSpPr/>
          <p:nvPr/>
        </p:nvSpPr>
        <p:spPr>
          <a:xfrm>
            <a:off x="3320602" y="5649773"/>
            <a:ext cx="1396092" cy="369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Sleep for 0.001s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52D558-6E23-B614-023E-893FCC30D4C5}"/>
              </a:ext>
            </a:extLst>
          </p:cNvPr>
          <p:cNvSpPr/>
          <p:nvPr/>
        </p:nvSpPr>
        <p:spPr>
          <a:xfrm>
            <a:off x="1222382" y="3284796"/>
            <a:ext cx="1069522" cy="369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Discard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BB6EF8-3445-3A09-5153-9B30C0645868}"/>
              </a:ext>
            </a:extLst>
          </p:cNvPr>
          <p:cNvGrpSpPr/>
          <p:nvPr/>
        </p:nvGrpSpPr>
        <p:grpSpPr>
          <a:xfrm>
            <a:off x="2999472" y="4413471"/>
            <a:ext cx="2038352" cy="998608"/>
            <a:chOff x="1309005" y="5249636"/>
            <a:chExt cx="2038352" cy="998608"/>
          </a:xfrm>
        </p:grpSpPr>
        <p:sp>
          <p:nvSpPr>
            <p:cNvPr id="17" name="Diamond 16">
              <a:extLst>
                <a:ext uri="{FF2B5EF4-FFF2-40B4-BE49-F238E27FC236}">
                  <a16:creationId xmlns:a16="http://schemas.microsoft.com/office/drawing/2014/main" id="{E09863B4-31DC-C22C-1237-59BF1445A4D7}"/>
                </a:ext>
              </a:extLst>
            </p:cNvPr>
            <p:cNvSpPr/>
            <p:nvPr/>
          </p:nvSpPr>
          <p:spPr>
            <a:xfrm>
              <a:off x="1309005" y="5249636"/>
              <a:ext cx="2038352" cy="998608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122186-6C33-AA14-0AF8-C3C38EEA1EDB}"/>
                </a:ext>
              </a:extLst>
            </p:cNvPr>
            <p:cNvSpPr txBox="1"/>
            <p:nvPr/>
          </p:nvSpPr>
          <p:spPr>
            <a:xfrm>
              <a:off x="1618563" y="5487330"/>
              <a:ext cx="14192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Is the RF front-end idle?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35447F9-C397-CF8D-CAEC-C02AC11B5DFE}"/>
              </a:ext>
            </a:extLst>
          </p:cNvPr>
          <p:cNvSpPr/>
          <p:nvPr/>
        </p:nvSpPr>
        <p:spPr>
          <a:xfrm>
            <a:off x="5745396" y="2869395"/>
            <a:ext cx="1880282" cy="970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Wait for the subscribed key to be triggered.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29388F-426F-9426-BC12-A059C11E5EE3}"/>
              </a:ext>
            </a:extLst>
          </p:cNvPr>
          <p:cNvSpPr/>
          <p:nvPr/>
        </p:nvSpPr>
        <p:spPr>
          <a:xfrm>
            <a:off x="5437648" y="4366841"/>
            <a:ext cx="2495778" cy="10918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Issue a transmission request to Transmission Agent. Then, set the RF front-end to be busy.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67662D9-E200-EE3A-9196-5570E16186BE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4018648" y="1017517"/>
            <a:ext cx="1" cy="2376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B814E8-049A-8F8F-439E-EC08DA8DC2FA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4018648" y="1916519"/>
            <a:ext cx="0" cy="2396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8A20E6C-5AB4-4EEF-79E0-0946940ECD35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>
            <a:off x="4018648" y="2525662"/>
            <a:ext cx="2" cy="2376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52F7097-785B-F2A4-B960-41B0BB2659AE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 flipH="1">
            <a:off x="4018648" y="4175777"/>
            <a:ext cx="2" cy="2376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1FEF2BB-28DF-ABA4-4599-79F200D6FA88}"/>
              </a:ext>
            </a:extLst>
          </p:cNvPr>
          <p:cNvCxnSpPr>
            <a:cxnSpLocks/>
            <a:stCxn id="17" idx="2"/>
            <a:endCxn id="12" idx="0"/>
          </p:cNvCxnSpPr>
          <p:nvPr/>
        </p:nvCxnSpPr>
        <p:spPr>
          <a:xfrm>
            <a:off x="4018648" y="5412079"/>
            <a:ext cx="0" cy="2376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ABD3411-2D41-1818-1735-3E63C07EFD41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5037824" y="4912775"/>
            <a:ext cx="39982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BCFCAFB-5EAA-1D3C-4B3E-B2CB5865F3E9}"/>
              </a:ext>
            </a:extLst>
          </p:cNvPr>
          <p:cNvCxnSpPr>
            <a:cxnSpLocks/>
            <a:stCxn id="6" idx="1"/>
            <a:endCxn id="13" idx="3"/>
          </p:cNvCxnSpPr>
          <p:nvPr/>
        </p:nvCxnSpPr>
        <p:spPr>
          <a:xfrm flipH="1" flipV="1">
            <a:off x="2291904" y="3469566"/>
            <a:ext cx="383721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2A5347D-DA0C-89C7-951B-9B6779BCFA31}"/>
              </a:ext>
            </a:extLst>
          </p:cNvPr>
          <p:cNvSpPr txBox="1"/>
          <p:nvPr/>
        </p:nvSpPr>
        <p:spPr>
          <a:xfrm>
            <a:off x="3494108" y="2468683"/>
            <a:ext cx="52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78C39B-9B6A-A49B-CE90-F4E3FD592DE8}"/>
              </a:ext>
            </a:extLst>
          </p:cNvPr>
          <p:cNvSpPr txBox="1"/>
          <p:nvPr/>
        </p:nvSpPr>
        <p:spPr>
          <a:xfrm>
            <a:off x="3494108" y="4096959"/>
            <a:ext cx="52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F31EC4-D715-D41B-33DA-1579C0287FF1}"/>
              </a:ext>
            </a:extLst>
          </p:cNvPr>
          <p:cNvSpPr txBox="1"/>
          <p:nvPr/>
        </p:nvSpPr>
        <p:spPr>
          <a:xfrm>
            <a:off x="4951577" y="4608805"/>
            <a:ext cx="52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48301C-F976-5677-C12F-A771AA3986DC}"/>
              </a:ext>
            </a:extLst>
          </p:cNvPr>
          <p:cNvSpPr txBox="1"/>
          <p:nvPr/>
        </p:nvSpPr>
        <p:spPr>
          <a:xfrm>
            <a:off x="3494108" y="5335802"/>
            <a:ext cx="52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9ABBA1-A6B0-3242-4C15-5B29FEEEE00C}"/>
              </a:ext>
            </a:extLst>
          </p:cNvPr>
          <p:cNvSpPr txBox="1"/>
          <p:nvPr/>
        </p:nvSpPr>
        <p:spPr>
          <a:xfrm>
            <a:off x="2283072" y="3169783"/>
            <a:ext cx="52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66D6132-0048-28F1-A1E9-DD6A28C34FBB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flipV="1">
            <a:off x="6685537" y="3839503"/>
            <a:ext cx="0" cy="527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596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21">
            <a:extLst>
              <a:ext uri="{FF2B5EF4-FFF2-40B4-BE49-F238E27FC236}">
                <a16:creationId xmlns:a16="http://schemas.microsoft.com/office/drawing/2014/main" id="{AFB0C134-4F4F-D37B-1E22-4FBE40DF2949}"/>
              </a:ext>
            </a:extLst>
          </p:cNvPr>
          <p:cNvCxnSpPr>
            <a:cxnSpLocks/>
          </p:cNvCxnSpPr>
          <p:nvPr/>
        </p:nvCxnSpPr>
        <p:spPr>
          <a:xfrm>
            <a:off x="6717059" y="4262096"/>
            <a:ext cx="33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77080DF0-3A44-1333-75EB-2305FB5BDA11}"/>
              </a:ext>
            </a:extLst>
          </p:cNvPr>
          <p:cNvCxnSpPr>
            <a:cxnSpLocks/>
          </p:cNvCxnSpPr>
          <p:nvPr/>
        </p:nvCxnSpPr>
        <p:spPr>
          <a:xfrm flipH="1">
            <a:off x="6283594" y="4257334"/>
            <a:ext cx="289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30">
            <a:extLst>
              <a:ext uri="{FF2B5EF4-FFF2-40B4-BE49-F238E27FC236}">
                <a16:creationId xmlns:a16="http://schemas.microsoft.com/office/drawing/2014/main" id="{0292E08E-72FF-D8F1-CE9B-70F2866F93B3}"/>
              </a:ext>
            </a:extLst>
          </p:cNvPr>
          <p:cNvSpPr txBox="1"/>
          <p:nvPr/>
        </p:nvSpPr>
        <p:spPr>
          <a:xfrm>
            <a:off x="5744843" y="4134223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text</a:t>
            </a: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2B874AB3-D10D-2F72-71D1-70DFB8BFC717}"/>
              </a:ext>
            </a:extLst>
          </p:cNvPr>
          <p:cNvGrpSpPr/>
          <p:nvPr/>
        </p:nvGrpSpPr>
        <p:grpSpPr>
          <a:xfrm>
            <a:off x="96340" y="83933"/>
            <a:ext cx="12038838" cy="6730240"/>
            <a:chOff x="96340" y="83933"/>
            <a:chExt cx="12038838" cy="6730240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37D42E78-D5E3-8DF6-054F-3DB7AA8756F3}"/>
                </a:ext>
              </a:extLst>
            </p:cNvPr>
            <p:cNvGrpSpPr/>
            <p:nvPr/>
          </p:nvGrpSpPr>
          <p:grpSpPr>
            <a:xfrm>
              <a:off x="4845322" y="1217011"/>
              <a:ext cx="4070957" cy="1574239"/>
              <a:chOff x="412810" y="2805256"/>
              <a:chExt cx="4070957" cy="1574239"/>
            </a:xfrm>
          </p:grpSpPr>
          <p:sp>
            <p:nvSpPr>
              <p:cNvPr id="20" name="Rectangle 4">
                <a:extLst>
                  <a:ext uri="{FF2B5EF4-FFF2-40B4-BE49-F238E27FC236}">
                    <a16:creationId xmlns:a16="http://schemas.microsoft.com/office/drawing/2014/main" id="{CCC25B2D-3F90-8C9A-9B99-38E513C72134}"/>
                  </a:ext>
                </a:extLst>
              </p:cNvPr>
              <p:cNvSpPr/>
              <p:nvPr/>
            </p:nvSpPr>
            <p:spPr>
              <a:xfrm>
                <a:off x="412810" y="2805256"/>
                <a:ext cx="4070957" cy="15742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elif header is DATA_FRAME:</a:t>
                </a: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reply_with_ack()</a:t>
                </a: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set_to_db()</a:t>
                </a: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A6216EF-00A9-2D48-B128-9970C5D7EB58}"/>
                  </a:ext>
                </a:extLst>
              </p:cNvPr>
              <p:cNvSpPr/>
              <p:nvPr/>
            </p:nvSpPr>
            <p:spPr>
              <a:xfrm>
                <a:off x="680935" y="3115532"/>
                <a:ext cx="3802831" cy="40453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ack_frame = scapy.Dot11FCS(addr1=addr, type=1, subtype=13, FCfield=0)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sock.sendto(bytes(ack_frame), (localhost, 52001))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54B0698-4C04-5775-0F11-CBDE7AB11891}"/>
                  </a:ext>
                </a:extLst>
              </p:cNvPr>
              <p:cNvSpPr/>
              <p:nvPr/>
            </p:nvSpPr>
            <p:spPr>
              <a:xfrm>
                <a:off x="680934" y="3753749"/>
                <a:ext cx="3802832" cy="56495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timestamp = time.time()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db.hmset(“Recv:seq:timestamp”, {“payload”: payload, “info”:info})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db.set(“CSI:timestamp”, csi_json)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db.set(“CSI:ACTION:CSI”, “CSI:timestamp”)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A3B5125B-ECB5-B21C-AB92-B1FA751DBFD6}"/>
                </a:ext>
              </a:extLst>
            </p:cNvPr>
            <p:cNvSpPr/>
            <p:nvPr/>
          </p:nvSpPr>
          <p:spPr>
            <a:xfrm>
              <a:off x="4845321" y="83933"/>
              <a:ext cx="4070957" cy="113307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if payload has ControlType: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if payload[“ControlType”] == “HOP”: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if payload[“ControlAction”].isdigit():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	db.set(“RFSYSTEM:STATE”, “Hold”)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	db.hset(“SYSTEM:HOPPING”, “Stage”, 4)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action_to_hop(payload)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</a:t>
              </a:r>
            </a:p>
          </p:txBody>
        </p: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CD45926D-0E16-29ED-1849-41B7AE4921EC}"/>
                </a:ext>
              </a:extLst>
            </p:cNvPr>
            <p:cNvGrpSpPr/>
            <p:nvPr/>
          </p:nvGrpSpPr>
          <p:grpSpPr>
            <a:xfrm>
              <a:off x="4845320" y="2791250"/>
              <a:ext cx="4070957" cy="1050146"/>
              <a:chOff x="412808" y="3810612"/>
              <a:chExt cx="4070957" cy="1050146"/>
            </a:xfrm>
          </p:grpSpPr>
          <p:sp>
            <p:nvSpPr>
              <p:cNvPr id="25" name="Rectangle 4">
                <a:extLst>
                  <a:ext uri="{FF2B5EF4-FFF2-40B4-BE49-F238E27FC236}">
                    <a16:creationId xmlns:a16="http://schemas.microsoft.com/office/drawing/2014/main" id="{52436147-4230-6B2D-7974-843A81211452}"/>
                  </a:ext>
                </a:extLst>
              </p:cNvPr>
              <p:cNvSpPr/>
              <p:nvPr/>
            </p:nvSpPr>
            <p:spPr>
              <a:xfrm>
                <a:off x="412808" y="3810612"/>
                <a:ext cx="4070957" cy="105014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elif header is CTRL_FRAME:</a:t>
                </a: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action_to_ack()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3ABBAD7-651C-712D-0139-E04AE081EDF5}"/>
                  </a:ext>
                </a:extLst>
              </p:cNvPr>
              <p:cNvSpPr/>
              <p:nvPr/>
            </p:nvSpPr>
            <p:spPr>
              <a:xfrm>
                <a:off x="684365" y="4139687"/>
                <a:ext cx="3799400" cy="6497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ACK_STATE = db.get(“TRANS:ACK”)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if ACK_STATE == “Waiting”: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db.set(“TRANS:ACK”, “Success”)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db.set(“RFDEVICE:STATE”, “Idle”)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db.rpop(“QUEUE:LIST:TRANS”)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EE1C805-C942-5811-7865-38C835D36687}"/>
                </a:ext>
              </a:extLst>
            </p:cNvPr>
            <p:cNvSpPr/>
            <p:nvPr/>
          </p:nvSpPr>
          <p:spPr>
            <a:xfrm>
              <a:off x="5316553" y="872981"/>
              <a:ext cx="3599724" cy="26849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db.set(“SYSTEM:ACTION:HOP”, payload)</a:t>
              </a:r>
              <a:endParaRPr lang="zh-TW" alt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0C4B8A75-9DC0-9E19-9FCC-CC1B17BE5D20}"/>
                </a:ext>
              </a:extLst>
            </p:cNvPr>
            <p:cNvSpPr/>
            <p:nvPr/>
          </p:nvSpPr>
          <p:spPr>
            <a:xfrm>
              <a:off x="8721530" y="4261369"/>
              <a:ext cx="3374130" cy="255280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while db.exists(“QUEUE:LIST:TRANS”):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rf_state = db.get(“RFDEVICE:STATE”)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sys_state = db.get(“RFSYSTEM:STATE”)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oldest_key = db.lrange(“QUEUE:LIST:TRANS”, -1, -1)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ack_for_key = db.get(“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oldest_key:ACK”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ack_for_key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if db.get(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ack_for_key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 == “Failed”: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db.rpop(“QUEUE:LIST:TRANS”)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rf_state == “Idle”: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oldest_key = db.lrange(“QUEUE:LIST:TRANS”, -1, -1)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db.set(“Transmission”, oldest_key)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db.set(“RFDEVICE:STATE”, “Busy”)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sys_state == “Hold”: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time.sleep(0.01)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time.sleep(0.001)</a:t>
              </a: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7351F57B-E1F3-6B48-A555-1AD361B2EC4F}"/>
                </a:ext>
              </a:extLst>
            </p:cNvPr>
            <p:cNvSpPr/>
            <p:nvPr/>
          </p:nvSpPr>
          <p:spPr>
            <a:xfrm>
              <a:off x="9478358" y="83933"/>
              <a:ext cx="2656820" cy="37487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db_key = self.get(“Transmission”)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db.get(“RFDEVICE:STATE”) != “Busy”: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(“RFDEVICE:STATE”, “Busy”)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db.set(“Trans:db_key”, trans_msg)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db.set(“TRANS:ACK”, “Waiting”)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monitor_key()</a:t>
              </a: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4E034A51-4F61-86F6-252A-512686F0CED7}"/>
                </a:ext>
              </a:extLst>
            </p:cNvPr>
            <p:cNvSpPr/>
            <p:nvPr/>
          </p:nvSpPr>
          <p:spPr>
            <a:xfrm>
              <a:off x="9566820" y="1116623"/>
              <a:ext cx="2568358" cy="264662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while retry &lt; RETRY_MAX: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db.get(“RFSYSTEM:STATE”) == “Hold”: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db.get(“TRANS:ACK”) != “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Waiting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”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wait_time &lt; MAX_TIME: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time.sleep(wait_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 interval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 wait_time += wait_interval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retry += 1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wait_time = 0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“Trans:db_key”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“Trans:db_key”, trans_msg)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abort_monitor()</a:t>
              </a:r>
            </a:p>
          </p:txBody>
        </p:sp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413CEC89-9595-FC03-451D-B26F84FBE0F0}"/>
                </a:ext>
              </a:extLst>
            </p:cNvPr>
            <p:cNvSpPr/>
            <p:nvPr/>
          </p:nvSpPr>
          <p:spPr>
            <a:xfrm>
              <a:off x="9650272" y="3003247"/>
              <a:ext cx="2484906" cy="72107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db.set(“RECEPTION”, db_key)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db.set(“db_key:ACK”, “Fail”)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db.set(“RFDEVICE:STATE”, “Idle”)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db.set(“TRANS:ACK”, “Failed”)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db.rpop(“QUEUE:LIST:TRANS”)</a:t>
              </a:r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4C6FC070-F134-6018-9144-98A5C39A4A7C}"/>
                </a:ext>
              </a:extLst>
            </p:cNvPr>
            <p:cNvSpPr/>
            <p:nvPr/>
          </p:nvSpPr>
          <p:spPr>
            <a:xfrm>
              <a:off x="96341" y="83933"/>
              <a:ext cx="4186902" cy="28277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action == “CSI”: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csi_key = db.get(“SYSTEM:ACTION:CSI”)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db.lpush(“SYSTEM:CSI:QUEUE”,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csi_key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len(db.lrange(“SYSTEM:CSI:QUEUE”, 0, -1)) &gt; CSI_Q_MAX: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oldest_csi_key =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db.rpop(“SYSTEM:CSI:QUEUE”)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oldest_csi_key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detect_interference()</a:t>
              </a: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B9844FD0-75E9-1256-A849-A6F65F4B0A1F}"/>
                </a:ext>
              </a:extLst>
            </p:cNvPr>
            <p:cNvSpPr/>
            <p:nvPr/>
          </p:nvSpPr>
          <p:spPr>
            <a:xfrm>
              <a:off x="96340" y="2911642"/>
              <a:ext cx="4186902" cy="39025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“HOP”: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action_to_hop()</a:t>
              </a:r>
            </a:p>
          </p:txBody>
        </p:sp>
        <p:sp>
          <p:nvSpPr>
            <p:cNvPr id="37" name="Rectangle 5">
              <a:extLst>
                <a:ext uri="{FF2B5EF4-FFF2-40B4-BE49-F238E27FC236}">
                  <a16:creationId xmlns:a16="http://schemas.microsoft.com/office/drawing/2014/main" id="{92933343-09AA-0E9D-7185-5EFCE31A8213}"/>
                </a:ext>
              </a:extLst>
            </p:cNvPr>
            <p:cNvSpPr/>
            <p:nvPr/>
          </p:nvSpPr>
          <p:spPr>
            <a:xfrm>
              <a:off x="4283242" y="4685121"/>
              <a:ext cx="3641789" cy="206674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“CEHCK”: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msg[“data”] != “expired”: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db.get(“SYSTEM:ACTION:CHECK”)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db.get(“HOPPING_CTRL_ACT_NEW_FREQ_ACK”)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old_freq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“Freq”, old_freq)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“Free”)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db.set(“RFDEVICE:STATE”, “Idle”)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“DEBUG”: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detect_interference()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D98B896F-AC76-61BE-04F4-1CCC5C3CAC70}"/>
                </a:ext>
              </a:extLst>
            </p:cNvPr>
            <p:cNvSpPr/>
            <p:nvPr/>
          </p:nvSpPr>
          <p:spPr>
            <a:xfrm>
              <a:off x="548695" y="1017853"/>
              <a:ext cx="3734547" cy="182962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detected: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db.hset(“SYSTEM:HOPPING”, “Stage”, 2)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db.set(“SYSTEM:STATE”, “Hold”)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hop_to = 2442000000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pre_freq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db.hmset(“SYSTEM:HOPPING”, {“Role”: “Initiator”, “Stage”: 3, “Freq”: hop_to, “PreFreq”: pre_freq})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db.set(“Trans:FREQ:HOP”, {“ControlType”: “HOP”, “ControlAction”: hop_to}, “Role”: “Follower”)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db.hmset(“TuneRF:11”, {“Freq”: hop_to, “Gain”: 0.4})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db.set(“SYSTEM:ACTION:CHECK”, “True”, ex=10)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E728C183-FB76-7B35-A254-341B6EFE73DA}"/>
                </a:ext>
              </a:extLst>
            </p:cNvPr>
            <p:cNvSpPr/>
            <p:nvPr/>
          </p:nvSpPr>
          <p:spPr>
            <a:xfrm>
              <a:off x="379545" y="3204000"/>
              <a:ext cx="3903697" cy="354786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role = db.hget(“SYSTEM:HOPPING”, “Role”)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role == “Initiator”: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payload[“ControlAction”] == “HOLD:ACK”: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hop_to = db.hget(“SYSTEM:HOPPING”, “Freq”)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Freq, hop_to)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hset(“SYSTEM:HOPPING”, Stage, 8)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payload[“ControlAction”] == “NEW:FREQ:ACK”: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db.delete(“SYSTEM:ACTION:CHECK”)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“Free”)	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stage == 4: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pre_fre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db.hset(“SYSTEM:HOPPING”, Stage, 5)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time.sleep(wait_time)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Freq, hop_to)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db.hmset(“SYSTEM:HOPPING”, {Stage: 6, PreFreq: pre_freq, Freq: payload[“ControlAction”]})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stage == 6: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db.hset(“SYSTEM:HOPPING”, Stage, 9)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time.sleep(0.5)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Free)</a:t>
              </a:r>
            </a:p>
          </p:txBody>
        </p:sp>
        <p:sp>
          <p:nvSpPr>
            <p:cNvPr id="41" name="Rectangle 6">
              <a:extLst>
                <a:ext uri="{FF2B5EF4-FFF2-40B4-BE49-F238E27FC236}">
                  <a16:creationId xmlns:a16="http://schemas.microsoft.com/office/drawing/2014/main" id="{4AC094AB-89E5-2ED3-EC0B-3C5F45B059B1}"/>
                </a:ext>
              </a:extLst>
            </p:cNvPr>
            <p:cNvSpPr/>
            <p:nvPr/>
          </p:nvSpPr>
          <p:spPr>
            <a:xfrm>
              <a:off x="11264369" y="6576547"/>
              <a:ext cx="677636" cy="175317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Queue</a:t>
              </a:r>
            </a:p>
          </p:txBody>
        </p:sp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9239C6D1-EB4F-1AE0-437B-C058C5D3F3A8}"/>
                </a:ext>
              </a:extLst>
            </p:cNvPr>
            <p:cNvSpPr/>
            <p:nvPr/>
          </p:nvSpPr>
          <p:spPr>
            <a:xfrm>
              <a:off x="11418024" y="3519733"/>
              <a:ext cx="677636" cy="17531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Trans</a:t>
              </a:r>
            </a:p>
          </p:txBody>
        </p:sp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5E0C7CF9-A500-9A09-5E35-0438FD7936ED}"/>
                </a:ext>
              </a:extLst>
            </p:cNvPr>
            <p:cNvSpPr/>
            <p:nvPr/>
          </p:nvSpPr>
          <p:spPr>
            <a:xfrm>
              <a:off x="3526761" y="6470763"/>
              <a:ext cx="677636" cy="17531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Action</a:t>
              </a:r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D6354779-0585-0980-A30D-94CC494ABAF6}"/>
                </a:ext>
              </a:extLst>
            </p:cNvPr>
            <p:cNvSpPr/>
            <p:nvPr/>
          </p:nvSpPr>
          <p:spPr>
            <a:xfrm>
              <a:off x="8180864" y="3533837"/>
              <a:ext cx="677636" cy="1753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Sink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600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群組 44">
            <a:extLst>
              <a:ext uri="{FF2B5EF4-FFF2-40B4-BE49-F238E27FC236}">
                <a16:creationId xmlns:a16="http://schemas.microsoft.com/office/drawing/2014/main" id="{2B874AB3-D10D-2F72-71D1-70DFB8BFC717}"/>
              </a:ext>
            </a:extLst>
          </p:cNvPr>
          <p:cNvGrpSpPr/>
          <p:nvPr/>
        </p:nvGrpSpPr>
        <p:grpSpPr>
          <a:xfrm>
            <a:off x="96340" y="83933"/>
            <a:ext cx="12038838" cy="6730240"/>
            <a:chOff x="96340" y="83933"/>
            <a:chExt cx="12038838" cy="6730240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37D42E78-D5E3-8DF6-054F-3DB7AA8756F3}"/>
                </a:ext>
              </a:extLst>
            </p:cNvPr>
            <p:cNvGrpSpPr/>
            <p:nvPr/>
          </p:nvGrpSpPr>
          <p:grpSpPr>
            <a:xfrm>
              <a:off x="4845322" y="1217011"/>
              <a:ext cx="4070957" cy="1574239"/>
              <a:chOff x="412810" y="2805256"/>
              <a:chExt cx="4070957" cy="1574239"/>
            </a:xfrm>
          </p:grpSpPr>
          <p:sp>
            <p:nvSpPr>
              <p:cNvPr id="20" name="Rectangle 4">
                <a:extLst>
                  <a:ext uri="{FF2B5EF4-FFF2-40B4-BE49-F238E27FC236}">
                    <a16:creationId xmlns:a16="http://schemas.microsoft.com/office/drawing/2014/main" id="{CCC25B2D-3F90-8C9A-9B99-38E513C72134}"/>
                  </a:ext>
                </a:extLst>
              </p:cNvPr>
              <p:cNvSpPr/>
              <p:nvPr/>
            </p:nvSpPr>
            <p:spPr>
              <a:xfrm>
                <a:off x="412810" y="2805256"/>
                <a:ext cx="4070957" cy="15742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elif header is DATA_FRAME:</a:t>
                </a: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reply_with_ack()</a:t>
                </a: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set_to_db()</a:t>
                </a: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A6216EF-00A9-2D48-B128-9970C5D7EB58}"/>
                  </a:ext>
                </a:extLst>
              </p:cNvPr>
              <p:cNvSpPr/>
              <p:nvPr/>
            </p:nvSpPr>
            <p:spPr>
              <a:xfrm>
                <a:off x="680935" y="3115532"/>
                <a:ext cx="3802831" cy="40453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ack_frame = scapy.Dot11FCS(addr1=addr, type=1, subtype=13, FCfield=0)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sock.sendto(bytes(ack_frame), (localhost, 52001))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54B0698-4C04-5775-0F11-CBDE7AB11891}"/>
                  </a:ext>
                </a:extLst>
              </p:cNvPr>
              <p:cNvSpPr/>
              <p:nvPr/>
            </p:nvSpPr>
            <p:spPr>
              <a:xfrm>
                <a:off x="680934" y="3753749"/>
                <a:ext cx="3802832" cy="56495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timestamp = time.time()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db.hmset(“Recv:seq:timestamp”, {“payload”: payload, “info”:info})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db.set(“CSI:timestamp”, csi_json)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db.set(“CSI:ACTION:CSI”, “CSI:timestamp”)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A3B5125B-ECB5-B21C-AB92-B1FA751DBFD6}"/>
                </a:ext>
              </a:extLst>
            </p:cNvPr>
            <p:cNvSpPr/>
            <p:nvPr/>
          </p:nvSpPr>
          <p:spPr>
            <a:xfrm>
              <a:off x="4845321" y="83933"/>
              <a:ext cx="4070957" cy="113307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if payload has </a:t>
              </a:r>
              <a:r>
                <a:rPr lang="en-US" sz="800" b="1">
                  <a:solidFill>
                    <a:srgbClr val="FF0000"/>
                  </a:solidFill>
                  <a:latin typeface="Consolas" panose="020B0609020204030204" pitchFamily="49" charset="0"/>
                </a:rPr>
                <a:t>ControlType</a:t>
              </a:r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if payload[“ControlType”] == “HOP”: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if payload[“ControlAction”].isdigit():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	db.set(“RFSYSTEM:STATE”, “</a:t>
              </a:r>
              <a:r>
                <a:rPr lang="en-US" sz="800" b="1">
                  <a:solidFill>
                    <a:srgbClr val="FF0000"/>
                  </a:solidFill>
                  <a:latin typeface="Consolas" panose="020B0609020204030204" pitchFamily="49" charset="0"/>
                </a:rPr>
                <a:t>Hold</a:t>
              </a:r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”)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	db.hset(“SYSTEM:HOPPING”, “Stage”, 4)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action_to_hop(payload)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</a:t>
              </a:r>
            </a:p>
          </p:txBody>
        </p: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CD45926D-0E16-29ED-1849-41B7AE4921EC}"/>
                </a:ext>
              </a:extLst>
            </p:cNvPr>
            <p:cNvGrpSpPr/>
            <p:nvPr/>
          </p:nvGrpSpPr>
          <p:grpSpPr>
            <a:xfrm>
              <a:off x="4845320" y="2791250"/>
              <a:ext cx="4070957" cy="1050146"/>
              <a:chOff x="412808" y="3810612"/>
              <a:chExt cx="4070957" cy="1050146"/>
            </a:xfrm>
          </p:grpSpPr>
          <p:sp>
            <p:nvSpPr>
              <p:cNvPr id="25" name="Rectangle 4">
                <a:extLst>
                  <a:ext uri="{FF2B5EF4-FFF2-40B4-BE49-F238E27FC236}">
                    <a16:creationId xmlns:a16="http://schemas.microsoft.com/office/drawing/2014/main" id="{52436147-4230-6B2D-7974-843A81211452}"/>
                  </a:ext>
                </a:extLst>
              </p:cNvPr>
              <p:cNvSpPr/>
              <p:nvPr/>
            </p:nvSpPr>
            <p:spPr>
              <a:xfrm>
                <a:off x="412808" y="3810612"/>
                <a:ext cx="4070957" cy="105014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elif header is CTRL_FRAME:</a:t>
                </a: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action_to_ack()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3ABBAD7-651C-712D-0139-E04AE081EDF5}"/>
                  </a:ext>
                </a:extLst>
              </p:cNvPr>
              <p:cNvSpPr/>
              <p:nvPr/>
            </p:nvSpPr>
            <p:spPr>
              <a:xfrm>
                <a:off x="684365" y="4139687"/>
                <a:ext cx="3799400" cy="6497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ACK_STATE = db.get(“TRANS:ACK”)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if ACK_STATE == “Waiting”: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db.set(“TRANS:ACK”, “Success”)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db.set(“RFDEVICE:STATE”, “Idle”)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db.rpop(“QUEUE:LIST:TRANS”)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EE1C805-C942-5811-7865-38C835D36687}"/>
                </a:ext>
              </a:extLst>
            </p:cNvPr>
            <p:cNvSpPr/>
            <p:nvPr/>
          </p:nvSpPr>
          <p:spPr>
            <a:xfrm>
              <a:off x="5316553" y="872981"/>
              <a:ext cx="3599724" cy="26849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db.set(“SYSTEM:ACTION:HOP”, payload)</a:t>
              </a:r>
              <a:endParaRPr lang="zh-TW" alt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0C4B8A75-9DC0-9E19-9FCC-CC1B17BE5D20}"/>
                </a:ext>
              </a:extLst>
            </p:cNvPr>
            <p:cNvSpPr/>
            <p:nvPr/>
          </p:nvSpPr>
          <p:spPr>
            <a:xfrm>
              <a:off x="8721530" y="4261369"/>
              <a:ext cx="3374130" cy="255280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while db.exists(“QUEUE:LIST:TRANS”):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rf_state = db.get(“RFDEVICE:STATE”)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sys_state = db.get(“RFSYSTEM:STATE”)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oldest_key = db.lrange(“QUEUE:LIST:TRANS”, -1, -1)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ack_for_key = db.get(“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oldest_key:ACK”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ack_for_key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if db.get(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ack_for_key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 == “Failed”: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db.rpop(“QUEUE:LIST:TRANS”)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rf_state == “Idle”: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oldest_key = db.lrange(“QUEUE:LIST:TRANS”, -1, -1)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db.set(“Transmission”, oldest_key)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db.set(“RFDEVICE:STATE”, “Busy”)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sys_state == “Hold”: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time.sleep(0.01)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time.sleep(0.001)</a:t>
              </a: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7351F57B-E1F3-6B48-A555-1AD361B2EC4F}"/>
                </a:ext>
              </a:extLst>
            </p:cNvPr>
            <p:cNvSpPr/>
            <p:nvPr/>
          </p:nvSpPr>
          <p:spPr>
            <a:xfrm>
              <a:off x="9478358" y="83933"/>
              <a:ext cx="2656820" cy="37487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db_key = self.get(“Transmission”)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db.get(“RFDEVICE:STATE”) != “Busy”: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(“RFDEVICE:STATE”, “Busy”)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db.set(“Trans:db_key”, trans_msg)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db.set(“TRANS:ACK”, “Waiting”)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monitor_key()</a:t>
              </a: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4E034A51-4F61-86F6-252A-512686F0CED7}"/>
                </a:ext>
              </a:extLst>
            </p:cNvPr>
            <p:cNvSpPr/>
            <p:nvPr/>
          </p:nvSpPr>
          <p:spPr>
            <a:xfrm>
              <a:off x="9566820" y="1116623"/>
              <a:ext cx="2568358" cy="264662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while retry &lt; RETRY_MAX: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db.get(“RFSYSTEM:STATE”) == “Hold”: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db.get(“TRANS:ACK”) != “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Waiting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”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wait_time &lt; MAX_TIME: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time.sleep(wait_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 interval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 wait_time += wait_interval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retry += 1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wait_time = 0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“Trans:db_key”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“Trans:db_key”, trans_msg)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abort_monitor()</a:t>
              </a:r>
            </a:p>
          </p:txBody>
        </p:sp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413CEC89-9595-FC03-451D-B26F84FBE0F0}"/>
                </a:ext>
              </a:extLst>
            </p:cNvPr>
            <p:cNvSpPr/>
            <p:nvPr/>
          </p:nvSpPr>
          <p:spPr>
            <a:xfrm>
              <a:off x="9650272" y="3003247"/>
              <a:ext cx="2484906" cy="72107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db.set(“RECEPTION”, db_key)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db.set(“db_key:ACK”, “Fail”)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db.set(“RFDEVICE:STATE”, “Idle”)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db.set(“TRANS:ACK”, “Failed”)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db.rpop(“QUEUE:LIST:TRANS”)</a:t>
              </a:r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4C6FC070-F134-6018-9144-98A5C39A4A7C}"/>
                </a:ext>
              </a:extLst>
            </p:cNvPr>
            <p:cNvSpPr/>
            <p:nvPr/>
          </p:nvSpPr>
          <p:spPr>
            <a:xfrm>
              <a:off x="96341" y="83933"/>
              <a:ext cx="4186902" cy="28277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action == “CSI”: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csi_key = db.get(“SYSTEM:ACTION:CSI”)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db.lpush(“SYSTEM:CSI:QUEUE”,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csi_key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len(db.lrange(“SYSTEM:CSI:QUEUE”, 0, -1)) &gt; CSI_Q_MAX: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oldest_csi_key =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db.rpop(“SYSTEM:CSI:QUEUE”)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oldest_csi_key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detect_interference()</a:t>
              </a: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B9844FD0-75E9-1256-A849-A6F65F4B0A1F}"/>
                </a:ext>
              </a:extLst>
            </p:cNvPr>
            <p:cNvSpPr/>
            <p:nvPr/>
          </p:nvSpPr>
          <p:spPr>
            <a:xfrm>
              <a:off x="96340" y="2911642"/>
              <a:ext cx="4186902" cy="39025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“HOP”: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action_to_hop()</a:t>
              </a:r>
            </a:p>
          </p:txBody>
        </p:sp>
        <p:sp>
          <p:nvSpPr>
            <p:cNvPr id="37" name="Rectangle 5">
              <a:extLst>
                <a:ext uri="{FF2B5EF4-FFF2-40B4-BE49-F238E27FC236}">
                  <a16:creationId xmlns:a16="http://schemas.microsoft.com/office/drawing/2014/main" id="{92933343-09AA-0E9D-7185-5EFCE31A8213}"/>
                </a:ext>
              </a:extLst>
            </p:cNvPr>
            <p:cNvSpPr/>
            <p:nvPr/>
          </p:nvSpPr>
          <p:spPr>
            <a:xfrm>
              <a:off x="4462699" y="4685121"/>
              <a:ext cx="3641789" cy="206674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“CEHCK”: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msg[“data”] != “expired”: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db.get(“SYSTEM:ACTION:CHECK”)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db.get(“HOPPING_CTRL_ACT_NEW_FREQ_ACK”)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old_freq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“Freq”, old_freq)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“</a:t>
              </a:r>
              <a:r>
                <a:rPr 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Free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db.set(“RFDEVICE:STATE”, “Idle”)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“DEBUG”: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detect_interference()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D98B896F-AC76-61BE-04F4-1CCC5C3CAC70}"/>
                </a:ext>
              </a:extLst>
            </p:cNvPr>
            <p:cNvSpPr/>
            <p:nvPr/>
          </p:nvSpPr>
          <p:spPr>
            <a:xfrm>
              <a:off x="548695" y="1017853"/>
              <a:ext cx="3734547" cy="182962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detected: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db.hset(“SYSTEM:HOPPING”, “Stage”, 2)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db.set(“SYSTEM:STATE”, “</a:t>
              </a:r>
              <a:r>
                <a:rPr lang="en-US" sz="800" b="1">
                  <a:solidFill>
                    <a:srgbClr val="FF0000"/>
                  </a:solidFill>
                  <a:latin typeface="Consolas" panose="020B0609020204030204" pitchFamily="49" charset="0"/>
                </a:rPr>
                <a:t>Hold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hop_to = 2442000000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pre_freq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db.hmset(“SYSTEM:HOPPING”, {“Role”: “Initiator”, “Stage”: 3, “Freq”: hop_to, “PreFreq”: pre_freq})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db.set(“Trans:FREQ:HOP”, {“ControlType”: “HOP”, “ControlAction”: hop_to}, “Role”: “Follower”)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db.hmset(“TuneRF:11”, {“Freq”: hop_to, “Gain”: 0.4})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db.set(“SYSTEM:ACTION:CHECK”, “True”, ex=10)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E728C183-FB76-7B35-A254-341B6EFE73DA}"/>
                </a:ext>
              </a:extLst>
            </p:cNvPr>
            <p:cNvSpPr/>
            <p:nvPr/>
          </p:nvSpPr>
          <p:spPr>
            <a:xfrm>
              <a:off x="379545" y="3204000"/>
              <a:ext cx="3903697" cy="354786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role = db.hget(“SYSTEM:HOPPING”, “Role”)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role == “Initiator”: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payload[“ControlAction”] == “HOLD:ACK”: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hop_to = db.hget(“SYSTEM:HOPPING”, “Freq”)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Freq, hop_to)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hset(“SYSTEM:HOPPING”, Stage, 8)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payload[“ControlAction”] == “NEW:FREQ:ACK”: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db.delete(“SYSTEM:ACTION:CHECK”)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</a:t>
              </a:r>
              <a:r>
                <a:rPr 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Free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	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stage == 4: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pre_fre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db.hset(“SYSTEM:HOPPING”, Stage, 5)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time.sleep(wait_time)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Freq, hop_to)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db.hmset(“SYSTEM:HOPPING”, {Stage: 6, PreFreq: pre_freq, Freq: payload[“ControlAction”]})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stage == 6: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db.hset(“SYSTEM:HOPPING”, Stage, 9)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time.sleep(0.5)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</a:t>
              </a:r>
              <a:r>
                <a:rPr 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Free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41" name="Rectangle 6">
              <a:extLst>
                <a:ext uri="{FF2B5EF4-FFF2-40B4-BE49-F238E27FC236}">
                  <a16:creationId xmlns:a16="http://schemas.microsoft.com/office/drawing/2014/main" id="{4AC094AB-89E5-2ED3-EC0B-3C5F45B059B1}"/>
                </a:ext>
              </a:extLst>
            </p:cNvPr>
            <p:cNvSpPr/>
            <p:nvPr/>
          </p:nvSpPr>
          <p:spPr>
            <a:xfrm>
              <a:off x="11264369" y="6576547"/>
              <a:ext cx="677636" cy="175317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Queue</a:t>
              </a:r>
            </a:p>
          </p:txBody>
        </p:sp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9239C6D1-EB4F-1AE0-437B-C058C5D3F3A8}"/>
                </a:ext>
              </a:extLst>
            </p:cNvPr>
            <p:cNvSpPr/>
            <p:nvPr/>
          </p:nvSpPr>
          <p:spPr>
            <a:xfrm>
              <a:off x="11418024" y="3519733"/>
              <a:ext cx="677636" cy="17531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Trans</a:t>
              </a:r>
            </a:p>
          </p:txBody>
        </p:sp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5E0C7CF9-A500-9A09-5E35-0438FD7936ED}"/>
                </a:ext>
              </a:extLst>
            </p:cNvPr>
            <p:cNvSpPr/>
            <p:nvPr/>
          </p:nvSpPr>
          <p:spPr>
            <a:xfrm>
              <a:off x="3526761" y="6470763"/>
              <a:ext cx="677636" cy="17531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Action</a:t>
              </a:r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D6354779-0585-0980-A30D-94CC494ABAF6}"/>
                </a:ext>
              </a:extLst>
            </p:cNvPr>
            <p:cNvSpPr/>
            <p:nvPr/>
          </p:nvSpPr>
          <p:spPr>
            <a:xfrm>
              <a:off x="8180864" y="3533837"/>
              <a:ext cx="677636" cy="1753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Sink</a:t>
              </a:r>
            </a:p>
          </p:txBody>
        </p:sp>
      </p:grpSp>
      <p:cxnSp>
        <p:nvCxnSpPr>
          <p:cNvPr id="16" name="Straight Arrow Connector 21">
            <a:extLst>
              <a:ext uri="{FF2B5EF4-FFF2-40B4-BE49-F238E27FC236}">
                <a16:creationId xmlns:a16="http://schemas.microsoft.com/office/drawing/2014/main" id="{AFB0C134-4F4F-D37B-1E22-4FBE40DF2949}"/>
              </a:ext>
            </a:extLst>
          </p:cNvPr>
          <p:cNvCxnSpPr>
            <a:cxnSpLocks/>
          </p:cNvCxnSpPr>
          <p:nvPr/>
        </p:nvCxnSpPr>
        <p:spPr>
          <a:xfrm>
            <a:off x="6717059" y="4262096"/>
            <a:ext cx="33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77080DF0-3A44-1333-75EB-2305FB5BDA11}"/>
              </a:ext>
            </a:extLst>
          </p:cNvPr>
          <p:cNvCxnSpPr>
            <a:cxnSpLocks/>
          </p:cNvCxnSpPr>
          <p:nvPr/>
        </p:nvCxnSpPr>
        <p:spPr>
          <a:xfrm flipH="1">
            <a:off x="6283594" y="4257334"/>
            <a:ext cx="289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30">
            <a:extLst>
              <a:ext uri="{FF2B5EF4-FFF2-40B4-BE49-F238E27FC236}">
                <a16:creationId xmlns:a16="http://schemas.microsoft.com/office/drawing/2014/main" id="{0292E08E-72FF-D8F1-CE9B-70F2866F93B3}"/>
              </a:ext>
            </a:extLst>
          </p:cNvPr>
          <p:cNvSpPr txBox="1"/>
          <p:nvPr/>
        </p:nvSpPr>
        <p:spPr>
          <a:xfrm>
            <a:off x="5744843" y="4134223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text</a:t>
            </a:r>
          </a:p>
        </p:txBody>
      </p:sp>
      <p:cxnSp>
        <p:nvCxnSpPr>
          <p:cNvPr id="3" name="Straight Arrow Connector 21">
            <a:extLst>
              <a:ext uri="{FF2B5EF4-FFF2-40B4-BE49-F238E27FC236}">
                <a16:creationId xmlns:a16="http://schemas.microsoft.com/office/drawing/2014/main" id="{A17EB990-682C-0697-C3C7-C402BDC330FE}"/>
              </a:ext>
            </a:extLst>
          </p:cNvPr>
          <p:cNvCxnSpPr>
            <a:cxnSpLocks/>
          </p:cNvCxnSpPr>
          <p:nvPr/>
        </p:nvCxnSpPr>
        <p:spPr>
          <a:xfrm flipH="1">
            <a:off x="1331495" y="1066800"/>
            <a:ext cx="4034589" cy="19364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8A4CB37-17C1-CFAC-BCD2-CED9E71C6B76}"/>
              </a:ext>
            </a:extLst>
          </p:cNvPr>
          <p:cNvCxnSpPr>
            <a:cxnSpLocks/>
          </p:cNvCxnSpPr>
          <p:nvPr/>
        </p:nvCxnSpPr>
        <p:spPr>
          <a:xfrm>
            <a:off x="7270511" y="572412"/>
            <a:ext cx="2547257" cy="791167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21">
            <a:extLst>
              <a:ext uri="{FF2B5EF4-FFF2-40B4-BE49-F238E27FC236}">
                <a16:creationId xmlns:a16="http://schemas.microsoft.com/office/drawing/2014/main" id="{E6CED597-A477-FC86-7ECE-FD7C1BAACC6F}"/>
              </a:ext>
            </a:extLst>
          </p:cNvPr>
          <p:cNvCxnSpPr>
            <a:cxnSpLocks/>
          </p:cNvCxnSpPr>
          <p:nvPr/>
        </p:nvCxnSpPr>
        <p:spPr>
          <a:xfrm>
            <a:off x="7270511" y="568701"/>
            <a:ext cx="1705047" cy="5599488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21">
            <a:extLst>
              <a:ext uri="{FF2B5EF4-FFF2-40B4-BE49-F238E27FC236}">
                <a16:creationId xmlns:a16="http://schemas.microsoft.com/office/drawing/2014/main" id="{371561FA-81B8-F08A-854D-99D50D23E1FA}"/>
              </a:ext>
            </a:extLst>
          </p:cNvPr>
          <p:cNvCxnSpPr>
            <a:cxnSpLocks/>
          </p:cNvCxnSpPr>
          <p:nvPr/>
        </p:nvCxnSpPr>
        <p:spPr>
          <a:xfrm flipV="1">
            <a:off x="2518611" y="6416842"/>
            <a:ext cx="6472989" cy="19250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1">
            <a:extLst>
              <a:ext uri="{FF2B5EF4-FFF2-40B4-BE49-F238E27FC236}">
                <a16:creationId xmlns:a16="http://schemas.microsoft.com/office/drawing/2014/main" id="{189A22C9-C0AF-1B17-276C-A99237EF647A}"/>
              </a:ext>
            </a:extLst>
          </p:cNvPr>
          <p:cNvCxnSpPr>
            <a:cxnSpLocks/>
          </p:cNvCxnSpPr>
          <p:nvPr/>
        </p:nvCxnSpPr>
        <p:spPr>
          <a:xfrm>
            <a:off x="6717059" y="6156945"/>
            <a:ext cx="2274541" cy="25989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1">
            <a:extLst>
              <a:ext uri="{FF2B5EF4-FFF2-40B4-BE49-F238E27FC236}">
                <a16:creationId xmlns:a16="http://schemas.microsoft.com/office/drawing/2014/main" id="{71D4B4DD-251A-6245-C33F-A76CAFE8642A}"/>
              </a:ext>
            </a:extLst>
          </p:cNvPr>
          <p:cNvCxnSpPr>
            <a:cxnSpLocks/>
          </p:cNvCxnSpPr>
          <p:nvPr/>
        </p:nvCxnSpPr>
        <p:spPr>
          <a:xfrm flipV="1">
            <a:off x="2518611" y="1342224"/>
            <a:ext cx="7299157" cy="3995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21">
            <a:extLst>
              <a:ext uri="{FF2B5EF4-FFF2-40B4-BE49-F238E27FC236}">
                <a16:creationId xmlns:a16="http://schemas.microsoft.com/office/drawing/2014/main" id="{C5151249-7B7A-8DCB-2014-BD47B37B6D85}"/>
              </a:ext>
            </a:extLst>
          </p:cNvPr>
          <p:cNvCxnSpPr>
            <a:cxnSpLocks/>
          </p:cNvCxnSpPr>
          <p:nvPr/>
        </p:nvCxnSpPr>
        <p:spPr>
          <a:xfrm>
            <a:off x="2518611" y="1366495"/>
            <a:ext cx="6456947" cy="4763936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21">
            <a:extLst>
              <a:ext uri="{FF2B5EF4-FFF2-40B4-BE49-F238E27FC236}">
                <a16:creationId xmlns:a16="http://schemas.microsoft.com/office/drawing/2014/main" id="{040BE460-E0DA-EA4C-C9CE-0EAB3BD858DE}"/>
              </a:ext>
            </a:extLst>
          </p:cNvPr>
          <p:cNvCxnSpPr>
            <a:cxnSpLocks/>
          </p:cNvCxnSpPr>
          <p:nvPr/>
        </p:nvCxnSpPr>
        <p:spPr>
          <a:xfrm>
            <a:off x="2518611" y="4666855"/>
            <a:ext cx="6456947" cy="175640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橢圓 50">
            <a:extLst>
              <a:ext uri="{FF2B5EF4-FFF2-40B4-BE49-F238E27FC236}">
                <a16:creationId xmlns:a16="http://schemas.microsoft.com/office/drawing/2014/main" id="{F06243A6-4737-3681-38EF-E0A8BBCFDCB5}"/>
              </a:ext>
            </a:extLst>
          </p:cNvPr>
          <p:cNvSpPr/>
          <p:nvPr/>
        </p:nvSpPr>
        <p:spPr>
          <a:xfrm>
            <a:off x="6536242" y="95565"/>
            <a:ext cx="153088" cy="153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zh-TW" altLang="en-US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C9FACF38-B8B2-FA28-55A1-B9DFEE9CB256}"/>
              </a:ext>
            </a:extLst>
          </p:cNvPr>
          <p:cNvSpPr/>
          <p:nvPr/>
        </p:nvSpPr>
        <p:spPr>
          <a:xfrm>
            <a:off x="472151" y="3468407"/>
            <a:ext cx="153088" cy="153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zh-TW" altLang="en-US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D2EC8C62-DC9C-3070-54F8-8817F0FD5367}"/>
              </a:ext>
            </a:extLst>
          </p:cNvPr>
          <p:cNvSpPr/>
          <p:nvPr/>
        </p:nvSpPr>
        <p:spPr>
          <a:xfrm>
            <a:off x="472151" y="4358744"/>
            <a:ext cx="153088" cy="153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zh-TW" altLang="en-US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387D5312-3825-2B13-5A04-897EFFDB6272}"/>
              </a:ext>
            </a:extLst>
          </p:cNvPr>
          <p:cNvSpPr/>
          <p:nvPr/>
        </p:nvSpPr>
        <p:spPr>
          <a:xfrm>
            <a:off x="472151" y="4831986"/>
            <a:ext cx="153088" cy="153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zh-TW" altLang="en-US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D408229D-6953-56BE-B2D4-C39E932C13A6}"/>
              </a:ext>
            </a:extLst>
          </p:cNvPr>
          <p:cNvSpPr/>
          <p:nvPr/>
        </p:nvSpPr>
        <p:spPr>
          <a:xfrm>
            <a:off x="472151" y="5810554"/>
            <a:ext cx="153088" cy="153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zh-TW" altLang="en-US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5E54077-2112-B8F5-747B-4AE70F32A17B}"/>
              </a:ext>
            </a:extLst>
          </p:cNvPr>
          <p:cNvSpPr/>
          <p:nvPr/>
        </p:nvSpPr>
        <p:spPr>
          <a:xfrm>
            <a:off x="2799935" y="5180912"/>
            <a:ext cx="153088" cy="153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zh-TW" altLang="en-US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68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41E56F60-4798-958F-A8C0-6F4C87891BE9}"/>
              </a:ext>
            </a:extLst>
          </p:cNvPr>
          <p:cNvSpPr/>
          <p:nvPr/>
        </p:nvSpPr>
        <p:spPr>
          <a:xfrm>
            <a:off x="7832599" y="1492688"/>
            <a:ext cx="913873" cy="33367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BEFE7CD-CC68-9A3C-1C96-CE8BD4D053AC}"/>
              </a:ext>
            </a:extLst>
          </p:cNvPr>
          <p:cNvSpPr/>
          <p:nvPr/>
        </p:nvSpPr>
        <p:spPr>
          <a:xfrm>
            <a:off x="606996" y="1492688"/>
            <a:ext cx="1755141" cy="33367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B387D04-B5FE-C94A-C321-D2FCC661B7C3}"/>
              </a:ext>
            </a:extLst>
          </p:cNvPr>
          <p:cNvSpPr/>
          <p:nvPr/>
        </p:nvSpPr>
        <p:spPr>
          <a:xfrm>
            <a:off x="1550719" y="1480071"/>
            <a:ext cx="1854427" cy="15011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CDFBDC-7273-637C-0A98-1AA1B2E6E792}"/>
              </a:ext>
            </a:extLst>
          </p:cNvPr>
          <p:cNvSpPr/>
          <p:nvPr/>
        </p:nvSpPr>
        <p:spPr>
          <a:xfrm>
            <a:off x="2366339" y="2973592"/>
            <a:ext cx="1038808" cy="18558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E59ACC-83F2-09C2-B9A4-B66E6616E42E}"/>
              </a:ext>
            </a:extLst>
          </p:cNvPr>
          <p:cNvSpPr/>
          <p:nvPr/>
        </p:nvSpPr>
        <p:spPr>
          <a:xfrm>
            <a:off x="604157" y="106136"/>
            <a:ext cx="677636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F9025E-7A14-7F1C-CEA3-EE888D75434E}"/>
              </a:ext>
            </a:extLst>
          </p:cNvPr>
          <p:cNvSpPr/>
          <p:nvPr/>
        </p:nvSpPr>
        <p:spPr>
          <a:xfrm>
            <a:off x="1550719" y="106136"/>
            <a:ext cx="677636" cy="28575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CA05D0-C50F-4ADA-339E-67B3FCB13038}"/>
              </a:ext>
            </a:extLst>
          </p:cNvPr>
          <p:cNvSpPr/>
          <p:nvPr/>
        </p:nvSpPr>
        <p:spPr>
          <a:xfrm>
            <a:off x="2497281" y="106136"/>
            <a:ext cx="677636" cy="285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4BE32-FC2E-C2FA-0FB7-DFF47A050F64}"/>
              </a:ext>
            </a:extLst>
          </p:cNvPr>
          <p:cNvSpPr/>
          <p:nvPr/>
        </p:nvSpPr>
        <p:spPr>
          <a:xfrm>
            <a:off x="3443843" y="106136"/>
            <a:ext cx="677636" cy="2857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5EBA41-915D-0631-ACC0-A830D48241CB}"/>
              </a:ext>
            </a:extLst>
          </p:cNvPr>
          <p:cNvSpPr/>
          <p:nvPr/>
        </p:nvSpPr>
        <p:spPr>
          <a:xfrm>
            <a:off x="4390405" y="106136"/>
            <a:ext cx="677636" cy="2857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9E25FA-DCCA-C9D2-2063-3DEAAF9400D5}"/>
              </a:ext>
            </a:extLst>
          </p:cNvPr>
          <p:cNvSpPr/>
          <p:nvPr/>
        </p:nvSpPr>
        <p:spPr>
          <a:xfrm>
            <a:off x="5336967" y="106136"/>
            <a:ext cx="677636" cy="2857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32BB8F-9882-73CC-C401-9E56D7CFA88F}"/>
              </a:ext>
            </a:extLst>
          </p:cNvPr>
          <p:cNvSpPr/>
          <p:nvPr/>
        </p:nvSpPr>
        <p:spPr>
          <a:xfrm>
            <a:off x="6283529" y="106136"/>
            <a:ext cx="677636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886C84-8E96-2B57-4E56-64521AED7977}"/>
              </a:ext>
            </a:extLst>
          </p:cNvPr>
          <p:cNvSpPr/>
          <p:nvPr/>
        </p:nvSpPr>
        <p:spPr>
          <a:xfrm>
            <a:off x="7230091" y="106136"/>
            <a:ext cx="677636" cy="2857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5C88DF-1EE5-67B7-10DC-C1FA0517080B}"/>
              </a:ext>
            </a:extLst>
          </p:cNvPr>
          <p:cNvSpPr/>
          <p:nvPr/>
        </p:nvSpPr>
        <p:spPr>
          <a:xfrm>
            <a:off x="8176653" y="106136"/>
            <a:ext cx="677636" cy="2857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FA4B68-C5FE-C2C8-0EF3-4016F0B74B13}"/>
              </a:ext>
            </a:extLst>
          </p:cNvPr>
          <p:cNvSpPr/>
          <p:nvPr/>
        </p:nvSpPr>
        <p:spPr>
          <a:xfrm>
            <a:off x="9123215" y="106136"/>
            <a:ext cx="677636" cy="2857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BACCFF-B462-06D1-09C2-FE208C682DBA}"/>
              </a:ext>
            </a:extLst>
          </p:cNvPr>
          <p:cNvSpPr/>
          <p:nvPr/>
        </p:nvSpPr>
        <p:spPr>
          <a:xfrm>
            <a:off x="10069777" y="106136"/>
            <a:ext cx="677636" cy="2857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577746-49D2-F3F8-3384-AA60E53AD546}"/>
              </a:ext>
            </a:extLst>
          </p:cNvPr>
          <p:cNvSpPr/>
          <p:nvPr/>
        </p:nvSpPr>
        <p:spPr>
          <a:xfrm>
            <a:off x="11016342" y="106136"/>
            <a:ext cx="677636" cy="2857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6E3B45-64FF-5829-38E2-AC7F3F09DC90}"/>
              </a:ext>
            </a:extLst>
          </p:cNvPr>
          <p:cNvCxnSpPr>
            <a:cxnSpLocks/>
          </p:cNvCxnSpPr>
          <p:nvPr/>
        </p:nvCxnSpPr>
        <p:spPr>
          <a:xfrm>
            <a:off x="10415675" y="876424"/>
            <a:ext cx="33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2594E81-C97A-E944-FF9C-1BC24F11ECF0}"/>
              </a:ext>
            </a:extLst>
          </p:cNvPr>
          <p:cNvSpPr txBox="1"/>
          <p:nvPr/>
        </p:nvSpPr>
        <p:spPr>
          <a:xfrm rot="3600000">
            <a:off x="2464734" y="5562543"/>
            <a:ext cx="20890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>
                <a:latin typeface="Consolas" panose="020B0609020204030204" pitchFamily="49" charset="0"/>
              </a:rPr>
              <a:t>Hop to new frequency.</a:t>
            </a:r>
          </a:p>
          <a:p>
            <a:r>
              <a:rPr lang="en-US" altLang="zh-TW" sz="1000">
                <a:latin typeface="Consolas" panose="020B0609020204030204" pitchFamily="49" charset="0"/>
              </a:rPr>
              <a:t>Trying a predefined packet.</a:t>
            </a:r>
          </a:p>
          <a:p>
            <a:r>
              <a:rPr lang="en-US" sz="1000">
                <a:latin typeface="Consolas" panose="020B0609020204030204" pitchFamily="49" charset="0"/>
              </a:rPr>
              <a:t>Wait for ACK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2FBFC1-7C2B-48C7-675D-9793EF3C7581}"/>
              </a:ext>
            </a:extLst>
          </p:cNvPr>
          <p:cNvSpPr txBox="1"/>
          <p:nvPr/>
        </p:nvSpPr>
        <p:spPr>
          <a:xfrm rot="3600000">
            <a:off x="237797" y="5530991"/>
            <a:ext cx="12426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Sending Packets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E0C1896-2900-D4B1-A9D8-4BD5E6BD6B88}"/>
              </a:ext>
            </a:extLst>
          </p:cNvPr>
          <p:cNvCxnSpPr>
            <a:cxnSpLocks/>
          </p:cNvCxnSpPr>
          <p:nvPr/>
        </p:nvCxnSpPr>
        <p:spPr>
          <a:xfrm flipV="1">
            <a:off x="604157" y="1480071"/>
            <a:ext cx="237104" cy="3345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CEE1DF2-255C-D84B-F01E-2B601F834B11}"/>
              </a:ext>
            </a:extLst>
          </p:cNvPr>
          <p:cNvSpPr txBox="1"/>
          <p:nvPr/>
        </p:nvSpPr>
        <p:spPr>
          <a:xfrm>
            <a:off x="137363" y="1233851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Rx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19CB1F-0B7E-7EE3-B69A-0B4085F2DDB9}"/>
              </a:ext>
            </a:extLst>
          </p:cNvPr>
          <p:cNvSpPr txBox="1"/>
          <p:nvPr/>
        </p:nvSpPr>
        <p:spPr>
          <a:xfrm>
            <a:off x="137363" y="459570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>
                <a:latin typeface="Consolas" panose="020B0609020204030204" pitchFamily="49" charset="0"/>
              </a:rPr>
              <a:t>T</a:t>
            </a:r>
            <a:r>
              <a:rPr lang="en-US" sz="1000">
                <a:latin typeface="Consolas" panose="020B0609020204030204" pitchFamily="49" charset="0"/>
              </a:rPr>
              <a:t>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9EE59DF-4119-EC29-5462-7DF71257F22C}"/>
              </a:ext>
            </a:extLst>
          </p:cNvPr>
          <p:cNvCxnSpPr>
            <a:cxnSpLocks/>
          </p:cNvCxnSpPr>
          <p:nvPr/>
        </p:nvCxnSpPr>
        <p:spPr>
          <a:xfrm>
            <a:off x="841261" y="1488407"/>
            <a:ext cx="266169" cy="3332678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8DB082-1745-C1F3-1F96-8D938B268ED2}"/>
              </a:ext>
            </a:extLst>
          </p:cNvPr>
          <p:cNvCxnSpPr>
            <a:cxnSpLocks/>
          </p:cNvCxnSpPr>
          <p:nvPr/>
        </p:nvCxnSpPr>
        <p:spPr>
          <a:xfrm flipV="1">
            <a:off x="1106033" y="1480071"/>
            <a:ext cx="237104" cy="3345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08B760-8E52-5F78-3071-0BFB6542254A}"/>
              </a:ext>
            </a:extLst>
          </p:cNvPr>
          <p:cNvCxnSpPr>
            <a:cxnSpLocks/>
          </p:cNvCxnSpPr>
          <p:nvPr/>
        </p:nvCxnSpPr>
        <p:spPr>
          <a:xfrm>
            <a:off x="1347455" y="1488407"/>
            <a:ext cx="203264" cy="223754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2AFF21C-2670-2A0D-0F01-3357596AB88F}"/>
              </a:ext>
            </a:extLst>
          </p:cNvPr>
          <p:cNvCxnSpPr>
            <a:cxnSpLocks/>
          </p:cNvCxnSpPr>
          <p:nvPr/>
        </p:nvCxnSpPr>
        <p:spPr>
          <a:xfrm flipV="1">
            <a:off x="1988458" y="2341132"/>
            <a:ext cx="168002" cy="2500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ross 51">
            <a:extLst>
              <a:ext uri="{FF2B5EF4-FFF2-40B4-BE49-F238E27FC236}">
                <a16:creationId xmlns:a16="http://schemas.microsoft.com/office/drawing/2014/main" id="{3DBECFB8-452C-2A06-C2A0-677D47A9033D}"/>
              </a:ext>
            </a:extLst>
          </p:cNvPr>
          <p:cNvSpPr/>
          <p:nvPr/>
        </p:nvSpPr>
        <p:spPr>
          <a:xfrm rot="2700000">
            <a:off x="1420219" y="3600688"/>
            <a:ext cx="250519" cy="250519"/>
          </a:xfrm>
          <a:prstGeom prst="plus">
            <a:avLst>
              <a:gd name="adj" fmla="val 402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>
            <a:extLst>
              <a:ext uri="{FF2B5EF4-FFF2-40B4-BE49-F238E27FC236}">
                <a16:creationId xmlns:a16="http://schemas.microsoft.com/office/drawing/2014/main" id="{00E2228C-6CA1-8BB8-B02D-05BD88EECE3A}"/>
              </a:ext>
            </a:extLst>
          </p:cNvPr>
          <p:cNvSpPr/>
          <p:nvPr/>
        </p:nvSpPr>
        <p:spPr>
          <a:xfrm rot="2700000">
            <a:off x="2046579" y="2212034"/>
            <a:ext cx="250519" cy="250519"/>
          </a:xfrm>
          <a:prstGeom prst="plus">
            <a:avLst>
              <a:gd name="adj" fmla="val 402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324540-E2C2-7E40-3B94-3BD8CFDC0815}"/>
              </a:ext>
            </a:extLst>
          </p:cNvPr>
          <p:cNvCxnSpPr>
            <a:cxnSpLocks/>
          </p:cNvCxnSpPr>
          <p:nvPr/>
        </p:nvCxnSpPr>
        <p:spPr>
          <a:xfrm flipH="1">
            <a:off x="9982210" y="871662"/>
            <a:ext cx="289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917E17E-3B57-107A-D020-518F13F91DB4}"/>
              </a:ext>
            </a:extLst>
          </p:cNvPr>
          <p:cNvCxnSpPr>
            <a:cxnSpLocks/>
          </p:cNvCxnSpPr>
          <p:nvPr/>
        </p:nvCxnSpPr>
        <p:spPr>
          <a:xfrm>
            <a:off x="2362144" y="1356961"/>
            <a:ext cx="0" cy="3730130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8261C51-9F01-E96E-CA74-5E1B68F21956}"/>
              </a:ext>
            </a:extLst>
          </p:cNvPr>
          <p:cNvCxnSpPr>
            <a:cxnSpLocks/>
          </p:cNvCxnSpPr>
          <p:nvPr/>
        </p:nvCxnSpPr>
        <p:spPr>
          <a:xfrm>
            <a:off x="604157" y="1152412"/>
            <a:ext cx="0" cy="3934679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3A9DC95-0604-BEC2-A732-6CC949861DCE}"/>
              </a:ext>
            </a:extLst>
          </p:cNvPr>
          <p:cNvSpPr txBox="1"/>
          <p:nvPr/>
        </p:nvSpPr>
        <p:spPr>
          <a:xfrm rot="3600000">
            <a:off x="763374" y="5530991"/>
            <a:ext cx="12426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Sending Packets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1FA190-37E4-C170-B9E3-82CAD76B03B1}"/>
              </a:ext>
            </a:extLst>
          </p:cNvPr>
          <p:cNvSpPr txBox="1"/>
          <p:nvPr/>
        </p:nvSpPr>
        <p:spPr>
          <a:xfrm rot="3600000">
            <a:off x="1787522" y="5530991"/>
            <a:ext cx="16658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Timeout receiving ACK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BA57E9-57D4-F0FA-8416-FDCF45B75B98}"/>
              </a:ext>
            </a:extLst>
          </p:cNvPr>
          <p:cNvSpPr txBox="1"/>
          <p:nvPr/>
        </p:nvSpPr>
        <p:spPr>
          <a:xfrm>
            <a:off x="1545478" y="584817"/>
            <a:ext cx="2653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>
                <a:latin typeface="Consolas" panose="020B0609020204030204" pitchFamily="49" charset="0"/>
              </a:rPr>
              <a:t>Detect Interference</a:t>
            </a:r>
          </a:p>
          <a:p>
            <a:r>
              <a:rPr lang="en-US" sz="1000">
                <a:latin typeface="Consolas" panose="020B0609020204030204" pitchFamily="49" charset="0"/>
              </a:rPr>
              <a:t>Jump to the new frequency and wait.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458D492-2728-D46D-B9E3-ED30096A2D7A}"/>
              </a:ext>
            </a:extLst>
          </p:cNvPr>
          <p:cNvCxnSpPr>
            <a:cxnSpLocks/>
          </p:cNvCxnSpPr>
          <p:nvPr/>
        </p:nvCxnSpPr>
        <p:spPr>
          <a:xfrm flipV="1">
            <a:off x="2366330" y="1488407"/>
            <a:ext cx="465568" cy="33368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6982E61-1649-19C7-E004-2FA437DD536C}"/>
              </a:ext>
            </a:extLst>
          </p:cNvPr>
          <p:cNvCxnSpPr>
            <a:cxnSpLocks/>
          </p:cNvCxnSpPr>
          <p:nvPr/>
        </p:nvCxnSpPr>
        <p:spPr>
          <a:xfrm>
            <a:off x="2836099" y="1471737"/>
            <a:ext cx="569047" cy="3349348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C1D6211-8418-7852-7CD8-DA4D280727F8}"/>
              </a:ext>
            </a:extLst>
          </p:cNvPr>
          <p:cNvSpPr txBox="1"/>
          <p:nvPr/>
        </p:nvSpPr>
        <p:spPr>
          <a:xfrm>
            <a:off x="2838305" y="1014424"/>
            <a:ext cx="18069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>
                <a:latin typeface="Consolas" panose="020B0609020204030204" pitchFamily="49" charset="0"/>
              </a:rPr>
              <a:t>Receive on new channel.</a:t>
            </a:r>
          </a:p>
          <a:p>
            <a:r>
              <a:rPr lang="en-US" sz="1000">
                <a:latin typeface="Consolas" panose="020B0609020204030204" pitchFamily="49" charset="0"/>
              </a:rPr>
              <a:t>Must be successful.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69CBA0-8B24-030D-6531-92B19C5E5402}"/>
              </a:ext>
            </a:extLst>
          </p:cNvPr>
          <p:cNvSpPr txBox="1"/>
          <p:nvPr/>
        </p:nvSpPr>
        <p:spPr>
          <a:xfrm rot="3600000">
            <a:off x="3076871" y="5625632"/>
            <a:ext cx="2089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>
                <a:latin typeface="Consolas" panose="020B0609020204030204" pitchFamily="49" charset="0"/>
              </a:rPr>
              <a:t>Receive ACK on new channel.</a:t>
            </a:r>
          </a:p>
          <a:p>
            <a:r>
              <a:rPr lang="en-US" sz="1000">
                <a:latin typeface="Consolas" panose="020B0609020204030204" pitchFamily="49" charset="0"/>
              </a:rPr>
              <a:t>Must be successful.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6366121-5040-3053-769D-0FF8F60D823E}"/>
              </a:ext>
            </a:extLst>
          </p:cNvPr>
          <p:cNvSpPr/>
          <p:nvPr/>
        </p:nvSpPr>
        <p:spPr>
          <a:xfrm>
            <a:off x="5045769" y="1492688"/>
            <a:ext cx="1755141" cy="33367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97801B4-AE4E-A23F-04BC-CF16DD55D2EE}"/>
              </a:ext>
            </a:extLst>
          </p:cNvPr>
          <p:cNvSpPr/>
          <p:nvPr/>
        </p:nvSpPr>
        <p:spPr>
          <a:xfrm>
            <a:off x="5989492" y="1480071"/>
            <a:ext cx="1854428" cy="15011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D91494A-2BE6-739C-E450-45B53547D1D5}"/>
              </a:ext>
            </a:extLst>
          </p:cNvPr>
          <p:cNvSpPr/>
          <p:nvPr/>
        </p:nvSpPr>
        <p:spPr>
          <a:xfrm>
            <a:off x="6805112" y="2973592"/>
            <a:ext cx="1038808" cy="18558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6E2F9A-7C4B-CBFA-F6F4-5D749FC14043}"/>
              </a:ext>
            </a:extLst>
          </p:cNvPr>
          <p:cNvSpPr txBox="1"/>
          <p:nvPr/>
        </p:nvSpPr>
        <p:spPr>
          <a:xfrm rot="3600000">
            <a:off x="6903507" y="5562543"/>
            <a:ext cx="20890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>
                <a:latin typeface="Consolas" panose="020B0609020204030204" pitchFamily="49" charset="0"/>
              </a:rPr>
              <a:t>Hop to new frequency.</a:t>
            </a:r>
          </a:p>
          <a:p>
            <a:r>
              <a:rPr lang="en-US" altLang="zh-TW" sz="1000">
                <a:latin typeface="Consolas" panose="020B0609020204030204" pitchFamily="49" charset="0"/>
              </a:rPr>
              <a:t>Trying a predefined packet.</a:t>
            </a:r>
          </a:p>
          <a:p>
            <a:r>
              <a:rPr lang="en-US" sz="1000">
                <a:latin typeface="Consolas" panose="020B0609020204030204" pitchFamily="49" charset="0"/>
              </a:rPr>
              <a:t>Wait for ACK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05AD266-606A-11B1-8AFC-0E4CEF66C4D8}"/>
              </a:ext>
            </a:extLst>
          </p:cNvPr>
          <p:cNvSpPr txBox="1"/>
          <p:nvPr/>
        </p:nvSpPr>
        <p:spPr>
          <a:xfrm rot="3600000">
            <a:off x="4676570" y="5530991"/>
            <a:ext cx="12426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Sending Packets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3C5CDBB-F759-9652-9295-2AF37F04DBDC}"/>
              </a:ext>
            </a:extLst>
          </p:cNvPr>
          <p:cNvCxnSpPr>
            <a:cxnSpLocks/>
          </p:cNvCxnSpPr>
          <p:nvPr/>
        </p:nvCxnSpPr>
        <p:spPr>
          <a:xfrm flipV="1">
            <a:off x="5042930" y="1480071"/>
            <a:ext cx="237104" cy="3345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3BAA41F-97A0-19F9-19BB-F4A8D1287D87}"/>
              </a:ext>
            </a:extLst>
          </p:cNvPr>
          <p:cNvCxnSpPr>
            <a:cxnSpLocks/>
          </p:cNvCxnSpPr>
          <p:nvPr/>
        </p:nvCxnSpPr>
        <p:spPr>
          <a:xfrm>
            <a:off x="5280034" y="1488407"/>
            <a:ext cx="266169" cy="3332678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446C6AF-576D-D389-238A-DFDFADBD3ED3}"/>
              </a:ext>
            </a:extLst>
          </p:cNvPr>
          <p:cNvCxnSpPr>
            <a:cxnSpLocks/>
          </p:cNvCxnSpPr>
          <p:nvPr/>
        </p:nvCxnSpPr>
        <p:spPr>
          <a:xfrm flipV="1">
            <a:off x="5544806" y="1480071"/>
            <a:ext cx="237104" cy="3345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2753FD6-4081-F178-FD0A-0F4290788F75}"/>
              </a:ext>
            </a:extLst>
          </p:cNvPr>
          <p:cNvCxnSpPr>
            <a:cxnSpLocks/>
          </p:cNvCxnSpPr>
          <p:nvPr/>
        </p:nvCxnSpPr>
        <p:spPr>
          <a:xfrm>
            <a:off x="5786228" y="1488407"/>
            <a:ext cx="203264" cy="223754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D94DE52-DC26-FC98-6E95-E6E0F66DFC7B}"/>
              </a:ext>
            </a:extLst>
          </p:cNvPr>
          <p:cNvCxnSpPr>
            <a:cxnSpLocks/>
          </p:cNvCxnSpPr>
          <p:nvPr/>
        </p:nvCxnSpPr>
        <p:spPr>
          <a:xfrm flipV="1">
            <a:off x="6427231" y="2341132"/>
            <a:ext cx="168002" cy="2500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ross 86">
            <a:extLst>
              <a:ext uri="{FF2B5EF4-FFF2-40B4-BE49-F238E27FC236}">
                <a16:creationId xmlns:a16="http://schemas.microsoft.com/office/drawing/2014/main" id="{CCE02CA9-BF88-72D1-A433-F9623652E7F3}"/>
              </a:ext>
            </a:extLst>
          </p:cNvPr>
          <p:cNvSpPr/>
          <p:nvPr/>
        </p:nvSpPr>
        <p:spPr>
          <a:xfrm rot="2700000">
            <a:off x="5858992" y="3600688"/>
            <a:ext cx="250519" cy="250519"/>
          </a:xfrm>
          <a:prstGeom prst="plus">
            <a:avLst>
              <a:gd name="adj" fmla="val 402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ross 87">
            <a:extLst>
              <a:ext uri="{FF2B5EF4-FFF2-40B4-BE49-F238E27FC236}">
                <a16:creationId xmlns:a16="http://schemas.microsoft.com/office/drawing/2014/main" id="{28CDF4A1-9EFB-710E-0983-3C2AC3BC3D40}"/>
              </a:ext>
            </a:extLst>
          </p:cNvPr>
          <p:cNvSpPr/>
          <p:nvPr/>
        </p:nvSpPr>
        <p:spPr>
          <a:xfrm rot="2700000">
            <a:off x="6485352" y="2212034"/>
            <a:ext cx="250519" cy="250519"/>
          </a:xfrm>
          <a:prstGeom prst="plus">
            <a:avLst>
              <a:gd name="adj" fmla="val 402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02E015A-33EC-1A03-0AB3-31C18ADF22B5}"/>
              </a:ext>
            </a:extLst>
          </p:cNvPr>
          <p:cNvCxnSpPr>
            <a:cxnSpLocks/>
          </p:cNvCxnSpPr>
          <p:nvPr/>
        </p:nvCxnSpPr>
        <p:spPr>
          <a:xfrm>
            <a:off x="6800917" y="1356961"/>
            <a:ext cx="0" cy="3730130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861120C-40E3-0709-9384-A07D9D5DF284}"/>
              </a:ext>
            </a:extLst>
          </p:cNvPr>
          <p:cNvCxnSpPr>
            <a:cxnSpLocks/>
          </p:cNvCxnSpPr>
          <p:nvPr/>
        </p:nvCxnSpPr>
        <p:spPr>
          <a:xfrm>
            <a:off x="5042930" y="1152412"/>
            <a:ext cx="0" cy="3934679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00C95DD-5146-A13C-E995-C5C263C07668}"/>
              </a:ext>
            </a:extLst>
          </p:cNvPr>
          <p:cNvSpPr txBox="1"/>
          <p:nvPr/>
        </p:nvSpPr>
        <p:spPr>
          <a:xfrm rot="3600000">
            <a:off x="5202147" y="5530991"/>
            <a:ext cx="12426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Sending Packets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D06A245-01E0-849E-5911-B84F89C6CDB7}"/>
              </a:ext>
            </a:extLst>
          </p:cNvPr>
          <p:cNvSpPr txBox="1"/>
          <p:nvPr/>
        </p:nvSpPr>
        <p:spPr>
          <a:xfrm rot="3600000">
            <a:off x="6226295" y="5530991"/>
            <a:ext cx="16658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Timeout receiving ACK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743336-0CE4-BC62-BB38-9C2FAD5E1E14}"/>
              </a:ext>
            </a:extLst>
          </p:cNvPr>
          <p:cNvSpPr txBox="1"/>
          <p:nvPr/>
        </p:nvSpPr>
        <p:spPr>
          <a:xfrm>
            <a:off x="5984251" y="584817"/>
            <a:ext cx="2653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>
                <a:latin typeface="Consolas" panose="020B0609020204030204" pitchFamily="49" charset="0"/>
              </a:rPr>
              <a:t>Detect Interference</a:t>
            </a:r>
          </a:p>
          <a:p>
            <a:r>
              <a:rPr lang="en-US" sz="1000">
                <a:latin typeface="Consolas" panose="020B0609020204030204" pitchFamily="49" charset="0"/>
              </a:rPr>
              <a:t>Jump to the new frequency and wait.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0FC24CE-B15A-4544-B7D9-39E111E79C79}"/>
              </a:ext>
            </a:extLst>
          </p:cNvPr>
          <p:cNvCxnSpPr>
            <a:cxnSpLocks/>
          </p:cNvCxnSpPr>
          <p:nvPr/>
        </p:nvCxnSpPr>
        <p:spPr>
          <a:xfrm flipV="1">
            <a:off x="6805103" y="2190483"/>
            <a:ext cx="367612" cy="2634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0F34AF91-369E-F986-8815-731D0E32CD4A}"/>
              </a:ext>
            </a:extLst>
          </p:cNvPr>
          <p:cNvSpPr txBox="1"/>
          <p:nvPr/>
        </p:nvSpPr>
        <p:spPr>
          <a:xfrm>
            <a:off x="7156499" y="930493"/>
            <a:ext cx="22300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>
                <a:latin typeface="Consolas" panose="020B0609020204030204" pitchFamily="49" charset="0"/>
              </a:rPr>
              <a:t>Don’t receive on new channel.</a:t>
            </a:r>
          </a:p>
          <a:p>
            <a:r>
              <a:rPr lang="en-US" sz="1000">
                <a:latin typeface="Consolas" panose="020B0609020204030204" pitchFamily="49" charset="0"/>
              </a:rPr>
              <a:t>Might be failed.</a:t>
            </a:r>
          </a:p>
          <a:p>
            <a:r>
              <a:rPr lang="en-US" sz="1000">
                <a:latin typeface="Consolas" panose="020B0609020204030204" pitchFamily="49" charset="0"/>
              </a:rPr>
              <a:t>Return to last channel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0192BEE-1526-C564-92C7-5B6E22B18722}"/>
              </a:ext>
            </a:extLst>
          </p:cNvPr>
          <p:cNvSpPr txBox="1"/>
          <p:nvPr/>
        </p:nvSpPr>
        <p:spPr>
          <a:xfrm rot="3600000">
            <a:off x="7304048" y="5625632"/>
            <a:ext cx="2512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>
                <a:latin typeface="Consolas" panose="020B0609020204030204" pitchFamily="49" charset="0"/>
              </a:rPr>
              <a:t>Not receiving ACK on new channel.</a:t>
            </a:r>
          </a:p>
          <a:p>
            <a:r>
              <a:rPr lang="en-US" sz="1000">
                <a:latin typeface="Consolas" panose="020B0609020204030204" pitchFamily="49" charset="0"/>
              </a:rPr>
              <a:t>Might be failed.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B4B619-41C4-0049-55EA-A13D9CD6538B}"/>
              </a:ext>
            </a:extLst>
          </p:cNvPr>
          <p:cNvCxnSpPr>
            <a:cxnSpLocks/>
          </p:cNvCxnSpPr>
          <p:nvPr/>
        </p:nvCxnSpPr>
        <p:spPr>
          <a:xfrm flipH="1">
            <a:off x="371673" y="1480072"/>
            <a:ext cx="1132230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0D1005-1AB2-EA08-12F8-976703C2C65A}"/>
              </a:ext>
            </a:extLst>
          </p:cNvPr>
          <p:cNvCxnSpPr>
            <a:cxnSpLocks/>
          </p:cNvCxnSpPr>
          <p:nvPr/>
        </p:nvCxnSpPr>
        <p:spPr>
          <a:xfrm flipH="1">
            <a:off x="371673" y="4825252"/>
            <a:ext cx="1132230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ross 98">
            <a:extLst>
              <a:ext uri="{FF2B5EF4-FFF2-40B4-BE49-F238E27FC236}">
                <a16:creationId xmlns:a16="http://schemas.microsoft.com/office/drawing/2014/main" id="{153A21DF-F32B-B47D-48C6-ACD82E5F7420}"/>
              </a:ext>
            </a:extLst>
          </p:cNvPr>
          <p:cNvSpPr/>
          <p:nvPr/>
        </p:nvSpPr>
        <p:spPr>
          <a:xfrm rot="2700000">
            <a:off x="7060616" y="2050829"/>
            <a:ext cx="250519" cy="250519"/>
          </a:xfrm>
          <a:prstGeom prst="plus">
            <a:avLst>
              <a:gd name="adj" fmla="val 402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1BD21D9-B806-0E88-E263-97A0D6F1EB0D}"/>
              </a:ext>
            </a:extLst>
          </p:cNvPr>
          <p:cNvCxnSpPr>
            <a:cxnSpLocks/>
          </p:cNvCxnSpPr>
          <p:nvPr/>
        </p:nvCxnSpPr>
        <p:spPr>
          <a:xfrm flipV="1">
            <a:off x="7149575" y="2190483"/>
            <a:ext cx="367612" cy="2634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ross 102">
            <a:extLst>
              <a:ext uri="{FF2B5EF4-FFF2-40B4-BE49-F238E27FC236}">
                <a16:creationId xmlns:a16="http://schemas.microsoft.com/office/drawing/2014/main" id="{81198DE9-08C5-36D6-1CFF-7BE50898BCB6}"/>
              </a:ext>
            </a:extLst>
          </p:cNvPr>
          <p:cNvSpPr/>
          <p:nvPr/>
        </p:nvSpPr>
        <p:spPr>
          <a:xfrm rot="2700000">
            <a:off x="7405088" y="2050829"/>
            <a:ext cx="250519" cy="250519"/>
          </a:xfrm>
          <a:prstGeom prst="plus">
            <a:avLst>
              <a:gd name="adj" fmla="val 402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3EE5732-E8BC-A583-9633-E5DB077068E2}"/>
              </a:ext>
            </a:extLst>
          </p:cNvPr>
          <p:cNvCxnSpPr>
            <a:cxnSpLocks/>
          </p:cNvCxnSpPr>
          <p:nvPr/>
        </p:nvCxnSpPr>
        <p:spPr>
          <a:xfrm flipV="1">
            <a:off x="7417707" y="2190483"/>
            <a:ext cx="367612" cy="2634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ross 104">
            <a:extLst>
              <a:ext uri="{FF2B5EF4-FFF2-40B4-BE49-F238E27FC236}">
                <a16:creationId xmlns:a16="http://schemas.microsoft.com/office/drawing/2014/main" id="{23393508-A1FD-3B7D-3A69-3DD33F06BFD4}"/>
              </a:ext>
            </a:extLst>
          </p:cNvPr>
          <p:cNvSpPr/>
          <p:nvPr/>
        </p:nvSpPr>
        <p:spPr>
          <a:xfrm rot="2700000">
            <a:off x="7673220" y="2050829"/>
            <a:ext cx="250519" cy="250519"/>
          </a:xfrm>
          <a:prstGeom prst="plus">
            <a:avLst>
              <a:gd name="adj" fmla="val 402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0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21">
            <a:extLst>
              <a:ext uri="{FF2B5EF4-FFF2-40B4-BE49-F238E27FC236}">
                <a16:creationId xmlns:a16="http://schemas.microsoft.com/office/drawing/2014/main" id="{AFB0C134-4F4F-D37B-1E22-4FBE40DF2949}"/>
              </a:ext>
            </a:extLst>
          </p:cNvPr>
          <p:cNvCxnSpPr>
            <a:cxnSpLocks/>
          </p:cNvCxnSpPr>
          <p:nvPr/>
        </p:nvCxnSpPr>
        <p:spPr>
          <a:xfrm>
            <a:off x="6717059" y="4262096"/>
            <a:ext cx="33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77080DF0-3A44-1333-75EB-2305FB5BDA11}"/>
              </a:ext>
            </a:extLst>
          </p:cNvPr>
          <p:cNvCxnSpPr>
            <a:cxnSpLocks/>
          </p:cNvCxnSpPr>
          <p:nvPr/>
        </p:nvCxnSpPr>
        <p:spPr>
          <a:xfrm flipH="1">
            <a:off x="6283594" y="4257334"/>
            <a:ext cx="289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30">
            <a:extLst>
              <a:ext uri="{FF2B5EF4-FFF2-40B4-BE49-F238E27FC236}">
                <a16:creationId xmlns:a16="http://schemas.microsoft.com/office/drawing/2014/main" id="{0292E08E-72FF-D8F1-CE9B-70F2866F93B3}"/>
              </a:ext>
            </a:extLst>
          </p:cNvPr>
          <p:cNvSpPr txBox="1"/>
          <p:nvPr/>
        </p:nvSpPr>
        <p:spPr>
          <a:xfrm>
            <a:off x="5744843" y="4134223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text</a:t>
            </a: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2B874AB3-D10D-2F72-71D1-70DFB8BFC717}"/>
              </a:ext>
            </a:extLst>
          </p:cNvPr>
          <p:cNvGrpSpPr/>
          <p:nvPr/>
        </p:nvGrpSpPr>
        <p:grpSpPr>
          <a:xfrm>
            <a:off x="96340" y="83933"/>
            <a:ext cx="12038838" cy="6730240"/>
            <a:chOff x="96340" y="83933"/>
            <a:chExt cx="12038838" cy="6730240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37D42E78-D5E3-8DF6-054F-3DB7AA8756F3}"/>
                </a:ext>
              </a:extLst>
            </p:cNvPr>
            <p:cNvGrpSpPr/>
            <p:nvPr/>
          </p:nvGrpSpPr>
          <p:grpSpPr>
            <a:xfrm>
              <a:off x="4845322" y="1217011"/>
              <a:ext cx="4070957" cy="1574239"/>
              <a:chOff x="412810" y="2805256"/>
              <a:chExt cx="4070957" cy="1574239"/>
            </a:xfrm>
          </p:grpSpPr>
          <p:sp>
            <p:nvSpPr>
              <p:cNvPr id="20" name="Rectangle 4">
                <a:extLst>
                  <a:ext uri="{FF2B5EF4-FFF2-40B4-BE49-F238E27FC236}">
                    <a16:creationId xmlns:a16="http://schemas.microsoft.com/office/drawing/2014/main" id="{CCC25B2D-3F90-8C9A-9B99-38E513C72134}"/>
                  </a:ext>
                </a:extLst>
              </p:cNvPr>
              <p:cNvSpPr/>
              <p:nvPr/>
            </p:nvSpPr>
            <p:spPr>
              <a:xfrm>
                <a:off x="412810" y="2805256"/>
                <a:ext cx="4070957" cy="15742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elif header is DATA_FRAME:</a:t>
                </a: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reply_with_ack()</a:t>
                </a: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set_to_db()</a:t>
                </a: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A6216EF-00A9-2D48-B128-9970C5D7EB58}"/>
                  </a:ext>
                </a:extLst>
              </p:cNvPr>
              <p:cNvSpPr/>
              <p:nvPr/>
            </p:nvSpPr>
            <p:spPr>
              <a:xfrm>
                <a:off x="680935" y="3115532"/>
                <a:ext cx="3802831" cy="40453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ack_frame = scapy.Dot11FCS(addr1=addr, type=1, subtype=13, FCfield=0)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sock.sendto(bytes(ack_frame), (localhost, 52001))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54B0698-4C04-5775-0F11-CBDE7AB11891}"/>
                  </a:ext>
                </a:extLst>
              </p:cNvPr>
              <p:cNvSpPr/>
              <p:nvPr/>
            </p:nvSpPr>
            <p:spPr>
              <a:xfrm>
                <a:off x="680934" y="3753749"/>
                <a:ext cx="3802832" cy="56495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timestamp = time.time()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db.hmset(“Recv:seq:timestamp”, {“payload”: payload, “info”:info})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db.set(“CSI:timestamp”, csi_json)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db.set(“CSI:ACTION:CSI”, “CSI:timestamp”)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A3B5125B-ECB5-B21C-AB92-B1FA751DBFD6}"/>
                </a:ext>
              </a:extLst>
            </p:cNvPr>
            <p:cNvSpPr/>
            <p:nvPr/>
          </p:nvSpPr>
          <p:spPr>
            <a:xfrm>
              <a:off x="4845321" y="83933"/>
              <a:ext cx="4070957" cy="113307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if payload has ControlType: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if payload[“ControlType”] == “HOP”: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if payload[“ControlAction”].isdigit():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	db.set(“RFSYSTEM:STATE”, “Hold”)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	db.hset(“SYSTEM:HOPPING”, “Stage”, 4)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action_to_hop(payload)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</a:t>
              </a:r>
            </a:p>
          </p:txBody>
        </p: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CD45926D-0E16-29ED-1849-41B7AE4921EC}"/>
                </a:ext>
              </a:extLst>
            </p:cNvPr>
            <p:cNvGrpSpPr/>
            <p:nvPr/>
          </p:nvGrpSpPr>
          <p:grpSpPr>
            <a:xfrm>
              <a:off x="4845320" y="2791250"/>
              <a:ext cx="4070957" cy="1050146"/>
              <a:chOff x="412808" y="3810612"/>
              <a:chExt cx="4070957" cy="1050146"/>
            </a:xfrm>
          </p:grpSpPr>
          <p:sp>
            <p:nvSpPr>
              <p:cNvPr id="25" name="Rectangle 4">
                <a:extLst>
                  <a:ext uri="{FF2B5EF4-FFF2-40B4-BE49-F238E27FC236}">
                    <a16:creationId xmlns:a16="http://schemas.microsoft.com/office/drawing/2014/main" id="{52436147-4230-6B2D-7974-843A81211452}"/>
                  </a:ext>
                </a:extLst>
              </p:cNvPr>
              <p:cNvSpPr/>
              <p:nvPr/>
            </p:nvSpPr>
            <p:spPr>
              <a:xfrm>
                <a:off x="412808" y="3810612"/>
                <a:ext cx="4070957" cy="105014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elif header is CTRL_FRAME:</a:t>
                </a: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action_to_ack()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3ABBAD7-651C-712D-0139-E04AE081EDF5}"/>
                  </a:ext>
                </a:extLst>
              </p:cNvPr>
              <p:cNvSpPr/>
              <p:nvPr/>
            </p:nvSpPr>
            <p:spPr>
              <a:xfrm>
                <a:off x="684365" y="4139687"/>
                <a:ext cx="3799400" cy="6497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ACK_STATE = db.get(“TRANS:ACK”)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if ACK_STATE == “Waiting”: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db.set(“TRANS:ACK”, “Success”)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db.set(“RFDEVICE:STATE”, “Idle”)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db.rpop(“QUEUE:LIST:TRANS”)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EE1C805-C942-5811-7865-38C835D36687}"/>
                </a:ext>
              </a:extLst>
            </p:cNvPr>
            <p:cNvSpPr/>
            <p:nvPr/>
          </p:nvSpPr>
          <p:spPr>
            <a:xfrm>
              <a:off x="5316553" y="872981"/>
              <a:ext cx="3599724" cy="26849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db.set(“SYSTEM:ACTION:HOP”, payload)</a:t>
              </a:r>
              <a:endParaRPr lang="zh-TW" alt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0C4B8A75-9DC0-9E19-9FCC-CC1B17BE5D20}"/>
                </a:ext>
              </a:extLst>
            </p:cNvPr>
            <p:cNvSpPr/>
            <p:nvPr/>
          </p:nvSpPr>
          <p:spPr>
            <a:xfrm>
              <a:off x="8721530" y="4261369"/>
              <a:ext cx="3374130" cy="255280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while db.exists(“QUEUE:LIST:TRANS”):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rf_state = db.get(“RFDEVICE:STATE”)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sys_state = db.get(“RFSYSTEM:STATE”)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oldest_key = db.lrange(“QUEUE:LIST:TRANS”, -1, -1)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ack_for_key = db.get(“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oldest_key:ACK”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ack_for_key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if db.get(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ack_for_key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 == “Failed”: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db.rpop(“QUEUE:LIST:TRANS”)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rf_state == “Idle”: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oldest_key = db.lrange(“QUEUE:LIST:TRANS”, -1, -1)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db.set(“Transmission”, oldest_key)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db.set(“RFDEVICE:STATE”, “Busy”)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sys_state == “Hold”: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time.sleep(0.01)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time.sleep(0.001)</a:t>
              </a: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7351F57B-E1F3-6B48-A555-1AD361B2EC4F}"/>
                </a:ext>
              </a:extLst>
            </p:cNvPr>
            <p:cNvSpPr/>
            <p:nvPr/>
          </p:nvSpPr>
          <p:spPr>
            <a:xfrm>
              <a:off x="9478358" y="83933"/>
              <a:ext cx="2656820" cy="37487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db_key = self.get(“Transmission”)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db.get(“RFDEVICE:STATE”) != “Busy”: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(“RFDEVICE:STATE”, “Busy”)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db.set(“Trans:db_key”, trans_msg)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db.set(“TRANS:ACK”, “Waiting”)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monitor_key()</a:t>
              </a: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4E034A51-4F61-86F6-252A-512686F0CED7}"/>
                </a:ext>
              </a:extLst>
            </p:cNvPr>
            <p:cNvSpPr/>
            <p:nvPr/>
          </p:nvSpPr>
          <p:spPr>
            <a:xfrm>
              <a:off x="9566820" y="1116623"/>
              <a:ext cx="2568358" cy="264662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while retry &lt; RETRY_MAX: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db.get(“RFSYSTEM:STATE”) == “Hold”: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db.get(“TRANS:ACK”) != “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Waiting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”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wait_time &lt; MAX_TIME: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time.sleep(wait_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 interval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 wait_time += wait_interval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retry += 1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wait_time = 0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“Trans:db_key”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“Trans:db_key”, trans_msg)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abort_monitor()</a:t>
              </a:r>
            </a:p>
          </p:txBody>
        </p:sp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413CEC89-9595-FC03-451D-B26F84FBE0F0}"/>
                </a:ext>
              </a:extLst>
            </p:cNvPr>
            <p:cNvSpPr/>
            <p:nvPr/>
          </p:nvSpPr>
          <p:spPr>
            <a:xfrm>
              <a:off x="9650272" y="3003247"/>
              <a:ext cx="2484906" cy="72107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db.set(“RECEPTION”, db_key)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db.set(“db_key:ACK”, “Fail”)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db.set(“RFDEVICE:STATE”, “Idle”)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db.set(“TRANS:ACK”, “Failed”)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db.rpop(“QUEUE:LIST:TRANS”)</a:t>
              </a:r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4C6FC070-F134-6018-9144-98A5C39A4A7C}"/>
                </a:ext>
              </a:extLst>
            </p:cNvPr>
            <p:cNvSpPr/>
            <p:nvPr/>
          </p:nvSpPr>
          <p:spPr>
            <a:xfrm>
              <a:off x="96341" y="83933"/>
              <a:ext cx="4186902" cy="28277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action == “CSI”: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csi_key = db.get(“SYSTEM:ACTION:CSI”)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db.lpush(“SYSTEM:CSI:QUEUE”,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csi_key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len(db.lrange(“SYSTEM:CSI:QUEUE”, 0, -1)) &gt; CSI_Q_MAX: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oldest_csi_key =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db.rpop(“SYSTEM:CSI:QUEUE”)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oldest_csi_key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detect_interference()</a:t>
              </a: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B9844FD0-75E9-1256-A849-A6F65F4B0A1F}"/>
                </a:ext>
              </a:extLst>
            </p:cNvPr>
            <p:cNvSpPr/>
            <p:nvPr/>
          </p:nvSpPr>
          <p:spPr>
            <a:xfrm>
              <a:off x="96340" y="2911642"/>
              <a:ext cx="4186902" cy="39025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“HOP”: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action_to_hop()</a:t>
              </a:r>
            </a:p>
          </p:txBody>
        </p:sp>
        <p:sp>
          <p:nvSpPr>
            <p:cNvPr id="37" name="Rectangle 5">
              <a:extLst>
                <a:ext uri="{FF2B5EF4-FFF2-40B4-BE49-F238E27FC236}">
                  <a16:creationId xmlns:a16="http://schemas.microsoft.com/office/drawing/2014/main" id="{92933343-09AA-0E9D-7185-5EFCE31A8213}"/>
                </a:ext>
              </a:extLst>
            </p:cNvPr>
            <p:cNvSpPr/>
            <p:nvPr/>
          </p:nvSpPr>
          <p:spPr>
            <a:xfrm>
              <a:off x="4283242" y="4685121"/>
              <a:ext cx="3641789" cy="206674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“CEHCK”: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msg[“data”] != “expired”: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db.get(“SYSTEM:ACTION:CHECK”)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db.get(“HOPPING_CTRL_ACT_NEW_FREQ_ACK”)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old_freq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“Freq”, old_freq)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“Free”)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db.set(“RFDEVICE:STATE”, “Idle”)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“DEBUG”: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detect_interference()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D98B896F-AC76-61BE-04F4-1CCC5C3CAC70}"/>
                </a:ext>
              </a:extLst>
            </p:cNvPr>
            <p:cNvSpPr/>
            <p:nvPr/>
          </p:nvSpPr>
          <p:spPr>
            <a:xfrm>
              <a:off x="548695" y="1017853"/>
              <a:ext cx="3734547" cy="182962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detected: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db.hset(“SYSTEM:HOPPING”, “Stage”, 2)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db.set(“SYSTEM:STATE”, “Hold”)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hop_to = 2442000000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pre_freq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db.hmset(“SYSTEM:HOPPING”, {“Role”: “Initiator”, “Stage”: 3, “Freq”: hop_to, “PreFreq”: pre_freq})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db.set(“Trans:FREQ:HOP”, {“ControlType”: “HOP”, “ControlAction”: hop_to}, “Role”: “Follower”)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db.hmset(“TuneRF:11”, {“Freq”: hop_to, “Gain”: 0.4})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db.set(“SYSTEM:ACTION:CHECK”, “True”, ex=10)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E728C183-FB76-7B35-A254-341B6EFE73DA}"/>
                </a:ext>
              </a:extLst>
            </p:cNvPr>
            <p:cNvSpPr/>
            <p:nvPr/>
          </p:nvSpPr>
          <p:spPr>
            <a:xfrm>
              <a:off x="379545" y="3204000"/>
              <a:ext cx="3903697" cy="354786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role = db.hget(“SYSTEM:HOPPING”, “Role”)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role == “Initiator”: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payload[“ControlAction”] == “HOLD:ACK”: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hop_to = db.hget(“SYSTEM:HOPPING”, “Freq”)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Freq, hop_to)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hset(“SYSTEM:HOPPING”, Stage, 8)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payload[“ControlAction”] == “NEW:FREQ:ACK”: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db.delete(“SYSTEM:ACTION:CHECK”)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“Free”)	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stage == 4: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pre_fre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db.hset(“SYSTEM:HOPPING”, Stage, 5)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time.sleep(wait_time)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Freq, hop_to)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db.hmset(“SYSTEM:HOPPING”, {Stage: 6, PreFreq: pre_freq, Freq: payload[“ControlAction”]})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stage == 6: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db.hset(“SYSTEM:HOPPING”, Stage, 9)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time.sleep(0.5)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Free)</a:t>
              </a:r>
            </a:p>
          </p:txBody>
        </p:sp>
        <p:sp>
          <p:nvSpPr>
            <p:cNvPr id="41" name="Rectangle 6">
              <a:extLst>
                <a:ext uri="{FF2B5EF4-FFF2-40B4-BE49-F238E27FC236}">
                  <a16:creationId xmlns:a16="http://schemas.microsoft.com/office/drawing/2014/main" id="{4AC094AB-89E5-2ED3-EC0B-3C5F45B059B1}"/>
                </a:ext>
              </a:extLst>
            </p:cNvPr>
            <p:cNvSpPr/>
            <p:nvPr/>
          </p:nvSpPr>
          <p:spPr>
            <a:xfrm>
              <a:off x="11264369" y="6576547"/>
              <a:ext cx="677636" cy="175317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Queue</a:t>
              </a:r>
            </a:p>
          </p:txBody>
        </p:sp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9239C6D1-EB4F-1AE0-437B-C058C5D3F3A8}"/>
                </a:ext>
              </a:extLst>
            </p:cNvPr>
            <p:cNvSpPr/>
            <p:nvPr/>
          </p:nvSpPr>
          <p:spPr>
            <a:xfrm>
              <a:off x="11418024" y="3519733"/>
              <a:ext cx="677636" cy="17531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Trans</a:t>
              </a:r>
            </a:p>
          </p:txBody>
        </p:sp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5E0C7CF9-A500-9A09-5E35-0438FD7936ED}"/>
                </a:ext>
              </a:extLst>
            </p:cNvPr>
            <p:cNvSpPr/>
            <p:nvPr/>
          </p:nvSpPr>
          <p:spPr>
            <a:xfrm>
              <a:off x="3526761" y="6470763"/>
              <a:ext cx="677636" cy="17531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Action</a:t>
              </a:r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D6354779-0585-0980-A30D-94CC494ABAF6}"/>
                </a:ext>
              </a:extLst>
            </p:cNvPr>
            <p:cNvSpPr/>
            <p:nvPr/>
          </p:nvSpPr>
          <p:spPr>
            <a:xfrm>
              <a:off x="8180864" y="3533837"/>
              <a:ext cx="677636" cy="1753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Sink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246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21">
            <a:extLst>
              <a:ext uri="{FF2B5EF4-FFF2-40B4-BE49-F238E27FC236}">
                <a16:creationId xmlns:a16="http://schemas.microsoft.com/office/drawing/2014/main" id="{AFB0C134-4F4F-D37B-1E22-4FBE40DF2949}"/>
              </a:ext>
            </a:extLst>
          </p:cNvPr>
          <p:cNvCxnSpPr>
            <a:cxnSpLocks/>
          </p:cNvCxnSpPr>
          <p:nvPr/>
        </p:nvCxnSpPr>
        <p:spPr>
          <a:xfrm>
            <a:off x="6717059" y="4262096"/>
            <a:ext cx="33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77080DF0-3A44-1333-75EB-2305FB5BDA11}"/>
              </a:ext>
            </a:extLst>
          </p:cNvPr>
          <p:cNvCxnSpPr>
            <a:cxnSpLocks/>
          </p:cNvCxnSpPr>
          <p:nvPr/>
        </p:nvCxnSpPr>
        <p:spPr>
          <a:xfrm flipH="1">
            <a:off x="6283594" y="4257334"/>
            <a:ext cx="289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30">
            <a:extLst>
              <a:ext uri="{FF2B5EF4-FFF2-40B4-BE49-F238E27FC236}">
                <a16:creationId xmlns:a16="http://schemas.microsoft.com/office/drawing/2014/main" id="{0292E08E-72FF-D8F1-CE9B-70F2866F93B3}"/>
              </a:ext>
            </a:extLst>
          </p:cNvPr>
          <p:cNvSpPr txBox="1"/>
          <p:nvPr/>
        </p:nvSpPr>
        <p:spPr>
          <a:xfrm>
            <a:off x="5744843" y="4134223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nsolas" panose="020B0609020204030204" pitchFamily="49" charset="0"/>
              </a:rPr>
              <a:t>text</a:t>
            </a: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2B874AB3-D10D-2F72-71D1-70DFB8BFC717}"/>
              </a:ext>
            </a:extLst>
          </p:cNvPr>
          <p:cNvGrpSpPr/>
          <p:nvPr/>
        </p:nvGrpSpPr>
        <p:grpSpPr>
          <a:xfrm>
            <a:off x="96340" y="83933"/>
            <a:ext cx="12038838" cy="6730240"/>
            <a:chOff x="96340" y="83933"/>
            <a:chExt cx="12038838" cy="6730240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37D42E78-D5E3-8DF6-054F-3DB7AA8756F3}"/>
                </a:ext>
              </a:extLst>
            </p:cNvPr>
            <p:cNvGrpSpPr/>
            <p:nvPr/>
          </p:nvGrpSpPr>
          <p:grpSpPr>
            <a:xfrm>
              <a:off x="4845322" y="1217011"/>
              <a:ext cx="4070957" cy="1574239"/>
              <a:chOff x="412810" y="2805256"/>
              <a:chExt cx="4070957" cy="1574239"/>
            </a:xfrm>
          </p:grpSpPr>
          <p:sp>
            <p:nvSpPr>
              <p:cNvPr id="20" name="Rectangle 4">
                <a:extLst>
                  <a:ext uri="{FF2B5EF4-FFF2-40B4-BE49-F238E27FC236}">
                    <a16:creationId xmlns:a16="http://schemas.microsoft.com/office/drawing/2014/main" id="{CCC25B2D-3F90-8C9A-9B99-38E513C72134}"/>
                  </a:ext>
                </a:extLst>
              </p:cNvPr>
              <p:cNvSpPr/>
              <p:nvPr/>
            </p:nvSpPr>
            <p:spPr>
              <a:xfrm>
                <a:off x="412810" y="2805256"/>
                <a:ext cx="4070957" cy="15742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elif header is DATA_FRAME:</a:t>
                </a: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reply_with_ack()</a:t>
                </a: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endPara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endParaRP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set_to_db()</a:t>
                </a: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A6216EF-00A9-2D48-B128-9970C5D7EB58}"/>
                  </a:ext>
                </a:extLst>
              </p:cNvPr>
              <p:cNvSpPr/>
              <p:nvPr/>
            </p:nvSpPr>
            <p:spPr>
              <a:xfrm>
                <a:off x="680935" y="3115532"/>
                <a:ext cx="3802831" cy="40453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ack_frame = scapy.Dot11FCS(addr1=addr, type=1, subtype=13, FCfield=0)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sock.sendto(bytes(ack_frame), (localhost, 52001))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54B0698-4C04-5775-0F11-CBDE7AB11891}"/>
                  </a:ext>
                </a:extLst>
              </p:cNvPr>
              <p:cNvSpPr/>
              <p:nvPr/>
            </p:nvSpPr>
            <p:spPr>
              <a:xfrm>
                <a:off x="680934" y="3753749"/>
                <a:ext cx="3802832" cy="56495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timestamp = time.time()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db.hmset(“Recv:seq:timestamp”, {“payload”: payload, “info”:info})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db.set(“CSI:timestamp”, csi_json)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db.set(“CSI:ACTION:CSI”, “CSI:timestamp”)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A3B5125B-ECB5-B21C-AB92-B1FA751DBFD6}"/>
                </a:ext>
              </a:extLst>
            </p:cNvPr>
            <p:cNvSpPr/>
            <p:nvPr/>
          </p:nvSpPr>
          <p:spPr>
            <a:xfrm>
              <a:off x="4845321" y="83933"/>
              <a:ext cx="4070957" cy="113307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if payload has ControlType: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if payload[“ControlType”] == “HOP”: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if payload[“ControlAction”].isdigit():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	db.set(“RFSYSTEM:STATE”, “Hold”)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	db.hset(“SYSTEM:HOPPING”, “Stage”, 4)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action_to_hop(payload)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	</a:t>
              </a:r>
            </a:p>
            <a:p>
              <a:pPr defTabSz="182880"/>
              <a:r>
                <a:rPr lang="en-US" sz="800">
                  <a:solidFill>
                    <a:sysClr val="windowText" lastClr="000000"/>
                  </a:solidFill>
                  <a:latin typeface="Consolas" panose="020B0609020204030204" pitchFamily="49" charset="0"/>
                </a:rPr>
                <a:t>	</a:t>
              </a:r>
            </a:p>
          </p:txBody>
        </p: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CD45926D-0E16-29ED-1849-41B7AE4921EC}"/>
                </a:ext>
              </a:extLst>
            </p:cNvPr>
            <p:cNvGrpSpPr/>
            <p:nvPr/>
          </p:nvGrpSpPr>
          <p:grpSpPr>
            <a:xfrm>
              <a:off x="4845320" y="2791250"/>
              <a:ext cx="4070957" cy="1050146"/>
              <a:chOff x="412808" y="3810612"/>
              <a:chExt cx="4070957" cy="1050146"/>
            </a:xfrm>
          </p:grpSpPr>
          <p:sp>
            <p:nvSpPr>
              <p:cNvPr id="25" name="Rectangle 4">
                <a:extLst>
                  <a:ext uri="{FF2B5EF4-FFF2-40B4-BE49-F238E27FC236}">
                    <a16:creationId xmlns:a16="http://schemas.microsoft.com/office/drawing/2014/main" id="{52436147-4230-6B2D-7974-843A81211452}"/>
                  </a:ext>
                </a:extLst>
              </p:cNvPr>
              <p:cNvSpPr/>
              <p:nvPr/>
            </p:nvSpPr>
            <p:spPr>
              <a:xfrm>
                <a:off x="412808" y="3810612"/>
                <a:ext cx="4070957" cy="105014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elif header is CTRL_FRAME:</a:t>
                </a:r>
              </a:p>
              <a:p>
                <a:pPr defTabSz="182880"/>
                <a:r>
                  <a:rPr lang="en-US" sz="800">
                    <a:solidFill>
                      <a:sysClr val="windowText" lastClr="000000"/>
                    </a:solidFill>
                    <a:latin typeface="Consolas" panose="020B0609020204030204" pitchFamily="49" charset="0"/>
                  </a:rPr>
                  <a:t>	action_to_ack()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3ABBAD7-651C-712D-0139-E04AE081EDF5}"/>
                  </a:ext>
                </a:extLst>
              </p:cNvPr>
              <p:cNvSpPr/>
              <p:nvPr/>
            </p:nvSpPr>
            <p:spPr>
              <a:xfrm>
                <a:off x="684365" y="4139687"/>
                <a:ext cx="3799400" cy="64970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ACK_STATE = db.get(“TRANS:ACK”)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if ACK_STATE == “Waiting”: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db.set(“TRANS:ACK”, “Success”)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db.set(“RFDEVICE:STATE”, “Idle”)</a:t>
                </a:r>
              </a:p>
              <a:p>
                <a:pPr defTabSz="182880"/>
                <a:r>
                  <a:rPr lang="en-US" altLang="zh-TW" sz="8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	db.rpop(“QUEUE:LIST:TRANS”)</a:t>
                </a:r>
                <a:endParaRPr lang="zh-TW" altLang="en-US" sz="80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EE1C805-C942-5811-7865-38C835D36687}"/>
                </a:ext>
              </a:extLst>
            </p:cNvPr>
            <p:cNvSpPr/>
            <p:nvPr/>
          </p:nvSpPr>
          <p:spPr>
            <a:xfrm>
              <a:off x="5316553" y="872981"/>
              <a:ext cx="3599724" cy="26849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db.set(“SYSTEM:ACTION:HOP”, payload)</a:t>
              </a:r>
              <a:endParaRPr lang="zh-TW" alt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0C4B8A75-9DC0-9E19-9FCC-CC1B17BE5D20}"/>
                </a:ext>
              </a:extLst>
            </p:cNvPr>
            <p:cNvSpPr/>
            <p:nvPr/>
          </p:nvSpPr>
          <p:spPr>
            <a:xfrm>
              <a:off x="8721530" y="4261369"/>
              <a:ext cx="3374130" cy="255280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while db.exists(“QUEUE:LIST:TRANS”):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rf_state = db.get(“RFDEVICE:STATE”)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sys_state = db.get(“RFSYSTEM:STATE”)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oldest_key = db.lrange(“QUEUE:LIST:TRANS”, -1, -1)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ack_for_key = db.get(“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oldest_key:ACK”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ack_for_key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if db.get(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ack_for_key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 == “Failed”: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db.rpop(“QUEUE:LIST:TRANS”)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rf_state == “Idle”: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oldest_key = db.lrange(“QUEUE:LIST:TRANS”, -1, -1)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db.set(“Transmission”, oldest_key)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db.set(“RFDEVICE:STATE”, “Busy”)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sys_state == “Hold”: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time.sleep(0.01)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time.sleep(0.001)</a:t>
              </a: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7351F57B-E1F3-6B48-A555-1AD361B2EC4F}"/>
                </a:ext>
              </a:extLst>
            </p:cNvPr>
            <p:cNvSpPr/>
            <p:nvPr/>
          </p:nvSpPr>
          <p:spPr>
            <a:xfrm>
              <a:off x="9478358" y="83933"/>
              <a:ext cx="2656820" cy="37487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db_key = self.get(“Transmission”)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db.get(“RFDEVICE:STATE”) != “Busy”: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(“RFDEVICE:STATE”, “Busy”)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db.set(“Trans:db_key”, trans_msg)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db.set(“TRANS:ACK”, “Waiting”)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monitor_key()</a:t>
              </a: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4E034A51-4F61-86F6-252A-512686F0CED7}"/>
                </a:ext>
              </a:extLst>
            </p:cNvPr>
            <p:cNvSpPr/>
            <p:nvPr/>
          </p:nvSpPr>
          <p:spPr>
            <a:xfrm>
              <a:off x="9566820" y="1116623"/>
              <a:ext cx="2568358" cy="264662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while retry &lt; RETRY_MAX: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db.get(“RFSYSTEM:STATE”) == “Hold”: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db.get(“TRANS:ACK”) != “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Waiting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”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wait_time &lt; MAX_TIME: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time.sleep(wait_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 interval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 wait_time += wait_interval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retry += 1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wait_time = 0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“Trans:db_key”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“Trans:db_key”, trans_msg)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abort_monitor()</a:t>
              </a:r>
            </a:p>
          </p:txBody>
        </p:sp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413CEC89-9595-FC03-451D-B26F84FBE0F0}"/>
                </a:ext>
              </a:extLst>
            </p:cNvPr>
            <p:cNvSpPr/>
            <p:nvPr/>
          </p:nvSpPr>
          <p:spPr>
            <a:xfrm>
              <a:off x="9650272" y="3003247"/>
              <a:ext cx="2484906" cy="72107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db.set(“RECEPTION”, db_key)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db.set(“db_key:ACK”, “Fail”)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db.set(“RFDEVICE:STATE”, “Idle”)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db.set(“TRANS:ACK”, “Failed”)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db.rpop(“QUEUE:LIST:TRANS”)</a:t>
              </a:r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4C6FC070-F134-6018-9144-98A5C39A4A7C}"/>
                </a:ext>
              </a:extLst>
            </p:cNvPr>
            <p:cNvSpPr/>
            <p:nvPr/>
          </p:nvSpPr>
          <p:spPr>
            <a:xfrm>
              <a:off x="96341" y="83933"/>
              <a:ext cx="4186902" cy="28277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action == “CSI”: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csi_key = db.get(“SYSTEM:ACTION:CSI”)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db.lpush(“SYSTEM:CSI:QUEUE”,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csi_key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len(db.lrange(“SYSTEM:CSI:QUEUE”, 0, -1)) &gt; CSI_Q_MAX: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oldest_csi_key =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db.rpop(“SYSTEM:CSI:QUEUE”)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oldest_csi_key</a:t>
              </a:r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detect_interference()</a:t>
              </a: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B9844FD0-75E9-1256-A849-A6F65F4B0A1F}"/>
                </a:ext>
              </a:extLst>
            </p:cNvPr>
            <p:cNvSpPr/>
            <p:nvPr/>
          </p:nvSpPr>
          <p:spPr>
            <a:xfrm>
              <a:off x="96340" y="2911642"/>
              <a:ext cx="4186902" cy="39025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“HOP”: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action_to_hop()</a:t>
              </a:r>
            </a:p>
          </p:txBody>
        </p:sp>
        <p:sp>
          <p:nvSpPr>
            <p:cNvPr id="37" name="Rectangle 5">
              <a:extLst>
                <a:ext uri="{FF2B5EF4-FFF2-40B4-BE49-F238E27FC236}">
                  <a16:creationId xmlns:a16="http://schemas.microsoft.com/office/drawing/2014/main" id="{92933343-09AA-0E9D-7185-5EFCE31A8213}"/>
                </a:ext>
              </a:extLst>
            </p:cNvPr>
            <p:cNvSpPr/>
            <p:nvPr/>
          </p:nvSpPr>
          <p:spPr>
            <a:xfrm>
              <a:off x="4283242" y="4685121"/>
              <a:ext cx="3641789" cy="206674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“CEHCK”: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msg[“data”] != “expired”: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db.get(“SYSTEM:ACTION:CHECK”)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db.get(“HOPPING_CTRL_ACT_NEW_FREQ_ACK”) is not None: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return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old_freq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“Freq”, old_freq)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“Free”)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db.set(“RFDEVICE:STATE”, “Idle”)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elif action == “DEBUG”:</a:t>
              </a:r>
            </a:p>
            <a:p>
              <a:pPr defTabSz="182880"/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	detect_interference()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D98B896F-AC76-61BE-04F4-1CCC5C3CAC70}"/>
                </a:ext>
              </a:extLst>
            </p:cNvPr>
            <p:cNvSpPr/>
            <p:nvPr/>
          </p:nvSpPr>
          <p:spPr>
            <a:xfrm>
              <a:off x="548695" y="1017853"/>
              <a:ext cx="3734547" cy="182962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detected: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db.hset(“SYSTEM:HOPPING”, “Stage”, 2)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db.set(“SYSTEM:STATE”, “Hold”)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hop_to = 2442000000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pre_freq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db.hmset(“SYSTEM:HOPPING”, {“Role”: “Initiator”, “Stage”: 3, “Freq”: hop_to, “PreFreq”: pre_freq})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db.set(“Trans:FREQ:HOP”, {“ControlType”: “HOP”, “ControlAction”: hop_to}, “Role”: “Follower”)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db.hmset(“TuneRF:11”, {“Freq”: hop_to, “Gain”: 0.4})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db.set(“SYSTEM:ACTION:CHECK”, “True”, ex=10)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82880"/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E728C183-FB76-7B35-A254-341B6EFE73DA}"/>
                </a:ext>
              </a:extLst>
            </p:cNvPr>
            <p:cNvSpPr/>
            <p:nvPr/>
          </p:nvSpPr>
          <p:spPr>
            <a:xfrm>
              <a:off x="379545" y="3204000"/>
              <a:ext cx="3903697" cy="354786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role = db.hget(“SYSTEM:HOPPING”, “Role”)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if role == “Initiator”: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payload[“ControlAction”] == “HOLD:ACK”: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hop_to = db.hget(“SYSTEM:HOPPING”, “Freq”)</a:t>
              </a:r>
              <a:endParaRPr lang="en-US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Freq, hop_to)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hset(“SYSTEM:HOPPING”, Stage, 8)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</a:t>
              </a:r>
              <a:r>
                <a:rPr lang="en-US" altLang="zh-TW" sz="800">
                  <a:solidFill>
                    <a:schemeClr val="tx1"/>
                  </a:solidFill>
                  <a:latin typeface="Consolas" panose="020B0609020204030204" pitchFamily="49" charset="0"/>
                </a:rPr>
                <a:t>payload[“ControlAction”] == “NEW:FREQ:ACK”: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db.delete(“SYSTEM:ACTION:CHECK”)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“Free”)		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else: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if stage == 4: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pre_fre = db.get(“SYSTEM:FREQ”)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db.hset(“SYSTEM:HOPPING”, Stage, 5)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time.sleep(wait_time)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db.hset(“TuneRF:11”, Freq, hop_to)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db.hmset(“SYSTEM:HOPPING”, {Stage: 6, PreFreq: pre_freq, Freq: payload[“ControlAction”]})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elif stage == 6: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for i in range(5):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db.set(“Trans:FREQ:HOP”, json)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db.hset(“SYSTEM:HOPPING”, Stage, 9)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	time.sleep(0.01)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time.sleep(0.5)</a:t>
              </a:r>
            </a:p>
            <a:p>
              <a:pPr defTabSz="182880"/>
              <a:r>
                <a:rPr 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		db.set(“RFSYSTEM:STATE”, Free)</a:t>
              </a:r>
            </a:p>
          </p:txBody>
        </p:sp>
        <p:sp>
          <p:nvSpPr>
            <p:cNvPr id="41" name="Rectangle 6">
              <a:extLst>
                <a:ext uri="{FF2B5EF4-FFF2-40B4-BE49-F238E27FC236}">
                  <a16:creationId xmlns:a16="http://schemas.microsoft.com/office/drawing/2014/main" id="{4AC094AB-89E5-2ED3-EC0B-3C5F45B059B1}"/>
                </a:ext>
              </a:extLst>
            </p:cNvPr>
            <p:cNvSpPr/>
            <p:nvPr/>
          </p:nvSpPr>
          <p:spPr>
            <a:xfrm>
              <a:off x="11264369" y="6576547"/>
              <a:ext cx="677636" cy="175317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Queue</a:t>
              </a:r>
            </a:p>
          </p:txBody>
        </p:sp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9239C6D1-EB4F-1AE0-437B-C058C5D3F3A8}"/>
                </a:ext>
              </a:extLst>
            </p:cNvPr>
            <p:cNvSpPr/>
            <p:nvPr/>
          </p:nvSpPr>
          <p:spPr>
            <a:xfrm>
              <a:off x="11418024" y="3519733"/>
              <a:ext cx="677636" cy="17531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Trans</a:t>
              </a:r>
            </a:p>
          </p:txBody>
        </p:sp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5E0C7CF9-A500-9A09-5E35-0438FD7936ED}"/>
                </a:ext>
              </a:extLst>
            </p:cNvPr>
            <p:cNvSpPr/>
            <p:nvPr/>
          </p:nvSpPr>
          <p:spPr>
            <a:xfrm>
              <a:off x="3526761" y="6470763"/>
              <a:ext cx="677636" cy="17531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Action</a:t>
              </a:r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D6354779-0585-0980-A30D-94CC494ABAF6}"/>
                </a:ext>
              </a:extLst>
            </p:cNvPr>
            <p:cNvSpPr/>
            <p:nvPr/>
          </p:nvSpPr>
          <p:spPr>
            <a:xfrm>
              <a:off x="8180864" y="3533837"/>
              <a:ext cx="677636" cy="1753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latin typeface="Consolas" panose="020B0609020204030204" pitchFamily="49" charset="0"/>
                </a:rPr>
                <a:t>Sink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203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C3B8B4-37C0-1664-8350-30434BE86222}"/>
              </a:ext>
            </a:extLst>
          </p:cNvPr>
          <p:cNvSpPr/>
          <p:nvPr/>
        </p:nvSpPr>
        <p:spPr>
          <a:xfrm>
            <a:off x="604157" y="106136"/>
            <a:ext cx="677636" cy="166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B7029-1447-6CE6-EE7B-C1730EE766E1}"/>
              </a:ext>
            </a:extLst>
          </p:cNvPr>
          <p:cNvSpPr/>
          <p:nvPr/>
        </p:nvSpPr>
        <p:spPr>
          <a:xfrm>
            <a:off x="1550719" y="106136"/>
            <a:ext cx="677636" cy="1665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6003D-DD45-CE97-81C2-F128A92C2202}"/>
              </a:ext>
            </a:extLst>
          </p:cNvPr>
          <p:cNvSpPr/>
          <p:nvPr/>
        </p:nvSpPr>
        <p:spPr>
          <a:xfrm>
            <a:off x="2497281" y="106136"/>
            <a:ext cx="677636" cy="1665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623C0-51CC-E783-C7FD-0C29F7404F67}"/>
              </a:ext>
            </a:extLst>
          </p:cNvPr>
          <p:cNvSpPr/>
          <p:nvPr/>
        </p:nvSpPr>
        <p:spPr>
          <a:xfrm>
            <a:off x="3443843" y="106136"/>
            <a:ext cx="677636" cy="166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E9B34E-72C0-1A7A-60CF-942AF581FD2E}"/>
              </a:ext>
            </a:extLst>
          </p:cNvPr>
          <p:cNvSpPr/>
          <p:nvPr/>
        </p:nvSpPr>
        <p:spPr>
          <a:xfrm>
            <a:off x="4390405" y="106136"/>
            <a:ext cx="677636" cy="1665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FE27D3-EB6D-AB5D-173A-3BFE086EFD69}"/>
              </a:ext>
            </a:extLst>
          </p:cNvPr>
          <p:cNvSpPr/>
          <p:nvPr/>
        </p:nvSpPr>
        <p:spPr>
          <a:xfrm>
            <a:off x="5336967" y="106136"/>
            <a:ext cx="677636" cy="1665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774FDA6-F5AC-4E5E-C52A-C8F97422C900}"/>
              </a:ext>
            </a:extLst>
          </p:cNvPr>
          <p:cNvSpPr/>
          <p:nvPr/>
        </p:nvSpPr>
        <p:spPr>
          <a:xfrm>
            <a:off x="6283529" y="106136"/>
            <a:ext cx="677636" cy="1665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5541B179-60C8-DE50-7A5B-1FCEBFB719A9}"/>
              </a:ext>
            </a:extLst>
          </p:cNvPr>
          <p:cNvSpPr/>
          <p:nvPr/>
        </p:nvSpPr>
        <p:spPr>
          <a:xfrm>
            <a:off x="7230091" y="106136"/>
            <a:ext cx="677636" cy="1665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6CA677-48DE-6461-ABD6-9CAB1450F6E0}"/>
              </a:ext>
            </a:extLst>
          </p:cNvPr>
          <p:cNvSpPr/>
          <p:nvPr/>
        </p:nvSpPr>
        <p:spPr>
          <a:xfrm>
            <a:off x="8176653" y="106136"/>
            <a:ext cx="677636" cy="16658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48C781F2-27B2-4833-769F-D5E099576925}"/>
              </a:ext>
            </a:extLst>
          </p:cNvPr>
          <p:cNvSpPr/>
          <p:nvPr/>
        </p:nvSpPr>
        <p:spPr>
          <a:xfrm>
            <a:off x="9123215" y="106136"/>
            <a:ext cx="677636" cy="1665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EFE3CACB-7F24-4748-2EB4-A3F2CECB2EDE}"/>
              </a:ext>
            </a:extLst>
          </p:cNvPr>
          <p:cNvSpPr/>
          <p:nvPr/>
        </p:nvSpPr>
        <p:spPr>
          <a:xfrm>
            <a:off x="10069777" y="106136"/>
            <a:ext cx="677636" cy="1665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F01523B4-689E-DC1B-7C84-FCA11104A6AF}"/>
              </a:ext>
            </a:extLst>
          </p:cNvPr>
          <p:cNvSpPr/>
          <p:nvPr/>
        </p:nvSpPr>
        <p:spPr>
          <a:xfrm>
            <a:off x="11016342" y="106136"/>
            <a:ext cx="677636" cy="1665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21">
            <a:extLst>
              <a:ext uri="{FF2B5EF4-FFF2-40B4-BE49-F238E27FC236}">
                <a16:creationId xmlns:a16="http://schemas.microsoft.com/office/drawing/2014/main" id="{AFB0C134-4F4F-D37B-1E22-4FBE40DF2949}"/>
              </a:ext>
            </a:extLst>
          </p:cNvPr>
          <p:cNvCxnSpPr>
            <a:cxnSpLocks/>
          </p:cNvCxnSpPr>
          <p:nvPr/>
        </p:nvCxnSpPr>
        <p:spPr>
          <a:xfrm>
            <a:off x="11016342" y="467350"/>
            <a:ext cx="33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77080DF0-3A44-1333-75EB-2305FB5BDA11}"/>
              </a:ext>
            </a:extLst>
          </p:cNvPr>
          <p:cNvCxnSpPr>
            <a:cxnSpLocks/>
          </p:cNvCxnSpPr>
          <p:nvPr/>
        </p:nvCxnSpPr>
        <p:spPr>
          <a:xfrm flipH="1">
            <a:off x="10582877" y="462588"/>
            <a:ext cx="289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741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C3B8B4-37C0-1664-8350-30434BE86222}"/>
              </a:ext>
            </a:extLst>
          </p:cNvPr>
          <p:cNvSpPr/>
          <p:nvPr/>
        </p:nvSpPr>
        <p:spPr>
          <a:xfrm>
            <a:off x="604157" y="106136"/>
            <a:ext cx="677636" cy="166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B7029-1447-6CE6-EE7B-C1730EE766E1}"/>
              </a:ext>
            </a:extLst>
          </p:cNvPr>
          <p:cNvSpPr/>
          <p:nvPr/>
        </p:nvSpPr>
        <p:spPr>
          <a:xfrm>
            <a:off x="1550719" y="106136"/>
            <a:ext cx="677636" cy="1665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6003D-DD45-CE97-81C2-F128A92C2202}"/>
              </a:ext>
            </a:extLst>
          </p:cNvPr>
          <p:cNvSpPr/>
          <p:nvPr/>
        </p:nvSpPr>
        <p:spPr>
          <a:xfrm>
            <a:off x="2497281" y="106136"/>
            <a:ext cx="677636" cy="1665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623C0-51CC-E783-C7FD-0C29F7404F67}"/>
              </a:ext>
            </a:extLst>
          </p:cNvPr>
          <p:cNvSpPr/>
          <p:nvPr/>
        </p:nvSpPr>
        <p:spPr>
          <a:xfrm>
            <a:off x="3443843" y="106136"/>
            <a:ext cx="677636" cy="166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E9B34E-72C0-1A7A-60CF-942AF581FD2E}"/>
              </a:ext>
            </a:extLst>
          </p:cNvPr>
          <p:cNvSpPr/>
          <p:nvPr/>
        </p:nvSpPr>
        <p:spPr>
          <a:xfrm>
            <a:off x="4390405" y="106136"/>
            <a:ext cx="677636" cy="1665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FE27D3-EB6D-AB5D-173A-3BFE086EFD69}"/>
              </a:ext>
            </a:extLst>
          </p:cNvPr>
          <p:cNvSpPr/>
          <p:nvPr/>
        </p:nvSpPr>
        <p:spPr>
          <a:xfrm>
            <a:off x="5336967" y="106136"/>
            <a:ext cx="677636" cy="1665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774FDA6-F5AC-4E5E-C52A-C8F97422C900}"/>
              </a:ext>
            </a:extLst>
          </p:cNvPr>
          <p:cNvSpPr/>
          <p:nvPr/>
        </p:nvSpPr>
        <p:spPr>
          <a:xfrm>
            <a:off x="6283529" y="106136"/>
            <a:ext cx="677636" cy="1665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5541B179-60C8-DE50-7A5B-1FCEBFB719A9}"/>
              </a:ext>
            </a:extLst>
          </p:cNvPr>
          <p:cNvSpPr/>
          <p:nvPr/>
        </p:nvSpPr>
        <p:spPr>
          <a:xfrm>
            <a:off x="7230091" y="106136"/>
            <a:ext cx="677636" cy="1665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6CA677-48DE-6461-ABD6-9CAB1450F6E0}"/>
              </a:ext>
            </a:extLst>
          </p:cNvPr>
          <p:cNvSpPr/>
          <p:nvPr/>
        </p:nvSpPr>
        <p:spPr>
          <a:xfrm>
            <a:off x="8176653" y="106136"/>
            <a:ext cx="677636" cy="16658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48C781F2-27B2-4833-769F-D5E099576925}"/>
              </a:ext>
            </a:extLst>
          </p:cNvPr>
          <p:cNvSpPr/>
          <p:nvPr/>
        </p:nvSpPr>
        <p:spPr>
          <a:xfrm>
            <a:off x="9123215" y="106136"/>
            <a:ext cx="677636" cy="1665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EFE3CACB-7F24-4748-2EB4-A3F2CECB2EDE}"/>
              </a:ext>
            </a:extLst>
          </p:cNvPr>
          <p:cNvSpPr/>
          <p:nvPr/>
        </p:nvSpPr>
        <p:spPr>
          <a:xfrm>
            <a:off x="10069777" y="106136"/>
            <a:ext cx="677636" cy="1665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F01523B4-689E-DC1B-7C84-FCA11104A6AF}"/>
              </a:ext>
            </a:extLst>
          </p:cNvPr>
          <p:cNvSpPr/>
          <p:nvPr/>
        </p:nvSpPr>
        <p:spPr>
          <a:xfrm>
            <a:off x="11016342" y="106136"/>
            <a:ext cx="677636" cy="1665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21">
            <a:extLst>
              <a:ext uri="{FF2B5EF4-FFF2-40B4-BE49-F238E27FC236}">
                <a16:creationId xmlns:a16="http://schemas.microsoft.com/office/drawing/2014/main" id="{AFB0C134-4F4F-D37B-1E22-4FBE40DF2949}"/>
              </a:ext>
            </a:extLst>
          </p:cNvPr>
          <p:cNvCxnSpPr>
            <a:cxnSpLocks/>
          </p:cNvCxnSpPr>
          <p:nvPr/>
        </p:nvCxnSpPr>
        <p:spPr>
          <a:xfrm>
            <a:off x="11016342" y="467350"/>
            <a:ext cx="33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77080DF0-3A44-1333-75EB-2305FB5BDA11}"/>
              </a:ext>
            </a:extLst>
          </p:cNvPr>
          <p:cNvCxnSpPr>
            <a:cxnSpLocks/>
          </p:cNvCxnSpPr>
          <p:nvPr/>
        </p:nvCxnSpPr>
        <p:spPr>
          <a:xfrm flipH="1">
            <a:off x="10582877" y="462588"/>
            <a:ext cx="289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53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C3B8B4-37C0-1664-8350-30434BE86222}"/>
              </a:ext>
            </a:extLst>
          </p:cNvPr>
          <p:cNvSpPr/>
          <p:nvPr/>
        </p:nvSpPr>
        <p:spPr>
          <a:xfrm>
            <a:off x="604157" y="106136"/>
            <a:ext cx="677636" cy="166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B7029-1447-6CE6-EE7B-C1730EE766E1}"/>
              </a:ext>
            </a:extLst>
          </p:cNvPr>
          <p:cNvSpPr/>
          <p:nvPr/>
        </p:nvSpPr>
        <p:spPr>
          <a:xfrm>
            <a:off x="1550719" y="106136"/>
            <a:ext cx="677636" cy="1665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6003D-DD45-CE97-81C2-F128A92C2202}"/>
              </a:ext>
            </a:extLst>
          </p:cNvPr>
          <p:cNvSpPr/>
          <p:nvPr/>
        </p:nvSpPr>
        <p:spPr>
          <a:xfrm>
            <a:off x="2497281" y="106136"/>
            <a:ext cx="677636" cy="1665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623C0-51CC-E783-C7FD-0C29F7404F67}"/>
              </a:ext>
            </a:extLst>
          </p:cNvPr>
          <p:cNvSpPr/>
          <p:nvPr/>
        </p:nvSpPr>
        <p:spPr>
          <a:xfrm>
            <a:off x="3443843" y="106136"/>
            <a:ext cx="677636" cy="166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E9B34E-72C0-1A7A-60CF-942AF581FD2E}"/>
              </a:ext>
            </a:extLst>
          </p:cNvPr>
          <p:cNvSpPr/>
          <p:nvPr/>
        </p:nvSpPr>
        <p:spPr>
          <a:xfrm>
            <a:off x="4390405" y="106136"/>
            <a:ext cx="677636" cy="1665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FE27D3-EB6D-AB5D-173A-3BFE086EFD69}"/>
              </a:ext>
            </a:extLst>
          </p:cNvPr>
          <p:cNvSpPr/>
          <p:nvPr/>
        </p:nvSpPr>
        <p:spPr>
          <a:xfrm>
            <a:off x="5336967" y="106136"/>
            <a:ext cx="677636" cy="1665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774FDA6-F5AC-4E5E-C52A-C8F97422C900}"/>
              </a:ext>
            </a:extLst>
          </p:cNvPr>
          <p:cNvSpPr/>
          <p:nvPr/>
        </p:nvSpPr>
        <p:spPr>
          <a:xfrm>
            <a:off x="6283529" y="106136"/>
            <a:ext cx="677636" cy="1665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5541B179-60C8-DE50-7A5B-1FCEBFB719A9}"/>
              </a:ext>
            </a:extLst>
          </p:cNvPr>
          <p:cNvSpPr/>
          <p:nvPr/>
        </p:nvSpPr>
        <p:spPr>
          <a:xfrm>
            <a:off x="7230091" y="106136"/>
            <a:ext cx="677636" cy="1665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6CA677-48DE-6461-ABD6-9CAB1450F6E0}"/>
              </a:ext>
            </a:extLst>
          </p:cNvPr>
          <p:cNvSpPr/>
          <p:nvPr/>
        </p:nvSpPr>
        <p:spPr>
          <a:xfrm>
            <a:off x="8176653" y="106136"/>
            <a:ext cx="677636" cy="16658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48C781F2-27B2-4833-769F-D5E099576925}"/>
              </a:ext>
            </a:extLst>
          </p:cNvPr>
          <p:cNvSpPr/>
          <p:nvPr/>
        </p:nvSpPr>
        <p:spPr>
          <a:xfrm>
            <a:off x="9123215" y="106136"/>
            <a:ext cx="677636" cy="1665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EFE3CACB-7F24-4748-2EB4-A3F2CECB2EDE}"/>
              </a:ext>
            </a:extLst>
          </p:cNvPr>
          <p:cNvSpPr/>
          <p:nvPr/>
        </p:nvSpPr>
        <p:spPr>
          <a:xfrm>
            <a:off x="10069777" y="106136"/>
            <a:ext cx="677636" cy="1665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F01523B4-689E-DC1B-7C84-FCA11104A6AF}"/>
              </a:ext>
            </a:extLst>
          </p:cNvPr>
          <p:cNvSpPr/>
          <p:nvPr/>
        </p:nvSpPr>
        <p:spPr>
          <a:xfrm>
            <a:off x="11016342" y="106136"/>
            <a:ext cx="677636" cy="1665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21">
            <a:extLst>
              <a:ext uri="{FF2B5EF4-FFF2-40B4-BE49-F238E27FC236}">
                <a16:creationId xmlns:a16="http://schemas.microsoft.com/office/drawing/2014/main" id="{AFB0C134-4F4F-D37B-1E22-4FBE40DF2949}"/>
              </a:ext>
            </a:extLst>
          </p:cNvPr>
          <p:cNvCxnSpPr>
            <a:cxnSpLocks/>
          </p:cNvCxnSpPr>
          <p:nvPr/>
        </p:nvCxnSpPr>
        <p:spPr>
          <a:xfrm>
            <a:off x="11016342" y="467350"/>
            <a:ext cx="33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77080DF0-3A44-1333-75EB-2305FB5BDA11}"/>
              </a:ext>
            </a:extLst>
          </p:cNvPr>
          <p:cNvCxnSpPr>
            <a:cxnSpLocks/>
          </p:cNvCxnSpPr>
          <p:nvPr/>
        </p:nvCxnSpPr>
        <p:spPr>
          <a:xfrm flipH="1">
            <a:off x="10582877" y="462588"/>
            <a:ext cx="289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818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C3B8B4-37C0-1664-8350-30434BE86222}"/>
              </a:ext>
            </a:extLst>
          </p:cNvPr>
          <p:cNvSpPr/>
          <p:nvPr/>
        </p:nvSpPr>
        <p:spPr>
          <a:xfrm>
            <a:off x="604157" y="106136"/>
            <a:ext cx="677636" cy="166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B7029-1447-6CE6-EE7B-C1730EE766E1}"/>
              </a:ext>
            </a:extLst>
          </p:cNvPr>
          <p:cNvSpPr/>
          <p:nvPr/>
        </p:nvSpPr>
        <p:spPr>
          <a:xfrm>
            <a:off x="1550719" y="106136"/>
            <a:ext cx="677636" cy="1665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6003D-DD45-CE97-81C2-F128A92C2202}"/>
              </a:ext>
            </a:extLst>
          </p:cNvPr>
          <p:cNvSpPr/>
          <p:nvPr/>
        </p:nvSpPr>
        <p:spPr>
          <a:xfrm>
            <a:off x="2497281" y="106136"/>
            <a:ext cx="677636" cy="1665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623C0-51CC-E783-C7FD-0C29F7404F67}"/>
              </a:ext>
            </a:extLst>
          </p:cNvPr>
          <p:cNvSpPr/>
          <p:nvPr/>
        </p:nvSpPr>
        <p:spPr>
          <a:xfrm>
            <a:off x="3443843" y="106136"/>
            <a:ext cx="677636" cy="166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E9B34E-72C0-1A7A-60CF-942AF581FD2E}"/>
              </a:ext>
            </a:extLst>
          </p:cNvPr>
          <p:cNvSpPr/>
          <p:nvPr/>
        </p:nvSpPr>
        <p:spPr>
          <a:xfrm>
            <a:off x="4390405" y="106136"/>
            <a:ext cx="677636" cy="1665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FE27D3-EB6D-AB5D-173A-3BFE086EFD69}"/>
              </a:ext>
            </a:extLst>
          </p:cNvPr>
          <p:cNvSpPr/>
          <p:nvPr/>
        </p:nvSpPr>
        <p:spPr>
          <a:xfrm>
            <a:off x="5336967" y="106136"/>
            <a:ext cx="677636" cy="1665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774FDA6-F5AC-4E5E-C52A-C8F97422C900}"/>
              </a:ext>
            </a:extLst>
          </p:cNvPr>
          <p:cNvSpPr/>
          <p:nvPr/>
        </p:nvSpPr>
        <p:spPr>
          <a:xfrm>
            <a:off x="6283529" y="106136"/>
            <a:ext cx="677636" cy="1665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5541B179-60C8-DE50-7A5B-1FCEBFB719A9}"/>
              </a:ext>
            </a:extLst>
          </p:cNvPr>
          <p:cNvSpPr/>
          <p:nvPr/>
        </p:nvSpPr>
        <p:spPr>
          <a:xfrm>
            <a:off x="7230091" y="106136"/>
            <a:ext cx="677636" cy="1665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6CA677-48DE-6461-ABD6-9CAB1450F6E0}"/>
              </a:ext>
            </a:extLst>
          </p:cNvPr>
          <p:cNvSpPr/>
          <p:nvPr/>
        </p:nvSpPr>
        <p:spPr>
          <a:xfrm>
            <a:off x="8176653" y="106136"/>
            <a:ext cx="677636" cy="16658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48C781F2-27B2-4833-769F-D5E099576925}"/>
              </a:ext>
            </a:extLst>
          </p:cNvPr>
          <p:cNvSpPr/>
          <p:nvPr/>
        </p:nvSpPr>
        <p:spPr>
          <a:xfrm>
            <a:off x="9123215" y="106136"/>
            <a:ext cx="677636" cy="1665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EFE3CACB-7F24-4748-2EB4-A3F2CECB2EDE}"/>
              </a:ext>
            </a:extLst>
          </p:cNvPr>
          <p:cNvSpPr/>
          <p:nvPr/>
        </p:nvSpPr>
        <p:spPr>
          <a:xfrm>
            <a:off x="10069777" y="106136"/>
            <a:ext cx="677636" cy="1665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F01523B4-689E-DC1B-7C84-FCA11104A6AF}"/>
              </a:ext>
            </a:extLst>
          </p:cNvPr>
          <p:cNvSpPr/>
          <p:nvPr/>
        </p:nvSpPr>
        <p:spPr>
          <a:xfrm>
            <a:off x="11016342" y="106136"/>
            <a:ext cx="677636" cy="1665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21">
            <a:extLst>
              <a:ext uri="{FF2B5EF4-FFF2-40B4-BE49-F238E27FC236}">
                <a16:creationId xmlns:a16="http://schemas.microsoft.com/office/drawing/2014/main" id="{AFB0C134-4F4F-D37B-1E22-4FBE40DF2949}"/>
              </a:ext>
            </a:extLst>
          </p:cNvPr>
          <p:cNvCxnSpPr>
            <a:cxnSpLocks/>
          </p:cNvCxnSpPr>
          <p:nvPr/>
        </p:nvCxnSpPr>
        <p:spPr>
          <a:xfrm>
            <a:off x="11016342" y="467350"/>
            <a:ext cx="3317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4">
            <a:extLst>
              <a:ext uri="{FF2B5EF4-FFF2-40B4-BE49-F238E27FC236}">
                <a16:creationId xmlns:a16="http://schemas.microsoft.com/office/drawing/2014/main" id="{77080DF0-3A44-1333-75EB-2305FB5BDA11}"/>
              </a:ext>
            </a:extLst>
          </p:cNvPr>
          <p:cNvCxnSpPr>
            <a:cxnSpLocks/>
          </p:cNvCxnSpPr>
          <p:nvPr/>
        </p:nvCxnSpPr>
        <p:spPr>
          <a:xfrm flipH="1">
            <a:off x="10582877" y="462588"/>
            <a:ext cx="2895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878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1006</TotalTime>
  <Words>6064</Words>
  <Application>Microsoft Office PowerPoint</Application>
  <PresentationFormat>寬螢幕</PresentationFormat>
  <Paragraphs>656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Clemson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ChunChih Lin</dc:creator>
  <cp:lastModifiedBy>ChunChih Lin</cp:lastModifiedBy>
  <cp:revision>332</cp:revision>
  <dcterms:created xsi:type="dcterms:W3CDTF">2022-09-07T18:05:45Z</dcterms:created>
  <dcterms:modified xsi:type="dcterms:W3CDTF">2023-02-15T18:04:26Z</dcterms:modified>
</cp:coreProperties>
</file>