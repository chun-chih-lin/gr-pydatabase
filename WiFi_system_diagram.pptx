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4" r:id="rId5"/>
    <p:sldId id="258" r:id="rId6"/>
    <p:sldId id="265" r:id="rId7"/>
    <p:sldId id="266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53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166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95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73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81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9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39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8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1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874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800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6EA25-717A-4C0C-8F5F-C01DB16302E8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23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EA4D782-D38C-FC82-1317-BD3DEB6BDED0}"/>
              </a:ext>
            </a:extLst>
          </p:cNvPr>
          <p:cNvGrpSpPr/>
          <p:nvPr/>
        </p:nvGrpSpPr>
        <p:grpSpPr>
          <a:xfrm>
            <a:off x="330080" y="724728"/>
            <a:ext cx="7378343" cy="5448308"/>
            <a:chOff x="330080" y="724728"/>
            <a:chExt cx="7378343" cy="544830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582F64-E18F-0A98-6BE0-0EC3CA8FC618}"/>
                </a:ext>
              </a:extLst>
            </p:cNvPr>
            <p:cNvSpPr txBox="1"/>
            <p:nvPr/>
          </p:nvSpPr>
          <p:spPr>
            <a:xfrm>
              <a:off x="5810805" y="3531235"/>
              <a:ext cx="16984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it timeout?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BC02D73-BB89-3F9C-5631-4BCCA7FFED25}"/>
                </a:ext>
              </a:extLst>
            </p:cNvPr>
            <p:cNvSpPr/>
            <p:nvPr/>
          </p:nvSpPr>
          <p:spPr>
            <a:xfrm>
              <a:off x="496200" y="1679402"/>
              <a:ext cx="2163538" cy="6613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Subscribe to TRANSMISSION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D01C6E5-CA9B-46EE-14D9-2F27D381322F}"/>
                </a:ext>
              </a:extLst>
            </p:cNvPr>
            <p:cNvGrpSpPr/>
            <p:nvPr/>
          </p:nvGrpSpPr>
          <p:grpSpPr>
            <a:xfrm>
              <a:off x="1043209" y="870208"/>
              <a:ext cx="1069522" cy="571500"/>
              <a:chOff x="2196191" y="1396093"/>
              <a:chExt cx="1069522" cy="5715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24CC344-61FB-40E8-9DCD-ED41AED76768}"/>
                  </a:ext>
                </a:extLst>
              </p:cNvPr>
              <p:cNvSpPr/>
              <p:nvPr/>
            </p:nvSpPr>
            <p:spPr>
              <a:xfrm>
                <a:off x="2196191" y="1396093"/>
                <a:ext cx="1069522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6D26F1-D327-A97F-A5BA-1CF9D5EA5435}"/>
                  </a:ext>
                </a:extLst>
              </p:cNvPr>
              <p:cNvSpPr txBox="1"/>
              <p:nvPr/>
            </p:nvSpPr>
            <p:spPr>
              <a:xfrm>
                <a:off x="2424105" y="1497177"/>
                <a:ext cx="6136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start</a:t>
                </a: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9BBC67-6FF7-7070-2194-F01443694565}"/>
                </a:ext>
              </a:extLst>
            </p:cNvPr>
            <p:cNvSpPr/>
            <p:nvPr/>
          </p:nvSpPr>
          <p:spPr>
            <a:xfrm>
              <a:off x="879923" y="2580313"/>
              <a:ext cx="1396092" cy="3695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Notification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95AAA12-9B35-70D9-5D56-2E5D4CCAB81B}"/>
                </a:ext>
              </a:extLst>
            </p:cNvPr>
            <p:cNvSpPr/>
            <p:nvPr/>
          </p:nvSpPr>
          <p:spPr>
            <a:xfrm>
              <a:off x="5814883" y="5666014"/>
              <a:ext cx="1694328" cy="507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Transmission ends as Failed.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452D558-6E23-B614-023E-893FCC30D4C5}"/>
                </a:ext>
              </a:extLst>
            </p:cNvPr>
            <p:cNvSpPr/>
            <p:nvPr/>
          </p:nvSpPr>
          <p:spPr>
            <a:xfrm>
              <a:off x="5964001" y="2555143"/>
              <a:ext cx="1392014" cy="3695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solidFill>
                    <a:schemeClr val="tx1"/>
                  </a:solidFill>
                </a:rPr>
                <a:t>Sleep for 0.001 sec.</a:t>
              </a:r>
            </a:p>
          </p:txBody>
        </p:sp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E09863B4-31DC-C22C-1237-59BF1445A4D7}"/>
                </a:ext>
              </a:extLst>
            </p:cNvPr>
            <p:cNvSpPr/>
            <p:nvPr/>
          </p:nvSpPr>
          <p:spPr>
            <a:xfrm>
              <a:off x="2977895" y="3108652"/>
              <a:ext cx="2353382" cy="1152944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122186-6C33-AA14-0AF8-C3C38EEA1EDB}"/>
                </a:ext>
              </a:extLst>
            </p:cNvPr>
            <p:cNvSpPr txBox="1"/>
            <p:nvPr/>
          </p:nvSpPr>
          <p:spPr>
            <a:xfrm>
              <a:off x="3444968" y="3315792"/>
              <a:ext cx="14192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the monitor field registered as Success?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35447F9-C397-CF8D-CAEC-C02AC11B5DFE}"/>
                </a:ext>
              </a:extLst>
            </p:cNvPr>
            <p:cNvSpPr/>
            <p:nvPr/>
          </p:nvSpPr>
          <p:spPr>
            <a:xfrm>
              <a:off x="3135415" y="4484729"/>
              <a:ext cx="2038347" cy="96875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Trigger the RF front-end to transmit the packet.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629388F-426F-9426-BC12-A059C11E5EE3}"/>
                </a:ext>
              </a:extLst>
            </p:cNvPr>
            <p:cNvSpPr/>
            <p:nvPr/>
          </p:nvSpPr>
          <p:spPr>
            <a:xfrm>
              <a:off x="330080" y="4423849"/>
              <a:ext cx="2495778" cy="10918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Create a monitor field for recording the result of the packet.</a:t>
              </a:r>
            </a:p>
            <a:p>
              <a:pPr algn="ctr"/>
              <a:r>
                <a:rPr lang="en-US" sz="1600">
                  <a:solidFill>
                    <a:schemeClr val="tx1"/>
                  </a:solidFill>
                </a:rPr>
                <a:t>(Waiting/Failed/Success)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67662D9-E200-EE3A-9196-5570E16186BE}"/>
                </a:ext>
              </a:extLst>
            </p:cNvPr>
            <p:cNvCxnSpPr>
              <a:stCxn id="4" idx="4"/>
              <a:endCxn id="5" idx="0"/>
            </p:cNvCxnSpPr>
            <p:nvPr/>
          </p:nvCxnSpPr>
          <p:spPr>
            <a:xfrm flipH="1">
              <a:off x="1577969" y="1441708"/>
              <a:ext cx="1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EB814E8-049A-8F8F-439E-EC08DA8DC2FA}"/>
                </a:ext>
              </a:extLst>
            </p:cNvPr>
            <p:cNvCxnSpPr>
              <a:cxnSpLocks/>
              <a:stCxn id="5" idx="2"/>
              <a:endCxn id="11" idx="0"/>
            </p:cNvCxnSpPr>
            <p:nvPr/>
          </p:nvCxnSpPr>
          <p:spPr>
            <a:xfrm>
              <a:off x="1577969" y="2340710"/>
              <a:ext cx="0" cy="2396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8A20E6C-5AB4-4EEF-79E0-0946940ECD35}"/>
                </a:ext>
              </a:extLst>
            </p:cNvPr>
            <p:cNvCxnSpPr>
              <a:cxnSpLocks/>
              <a:stCxn id="11" idx="2"/>
              <a:endCxn id="50" idx="0"/>
            </p:cNvCxnSpPr>
            <p:nvPr/>
          </p:nvCxnSpPr>
          <p:spPr>
            <a:xfrm>
              <a:off x="1577969" y="2949853"/>
              <a:ext cx="0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52F7097-785B-F2A4-B960-41B0BB2659AE}"/>
                </a:ext>
              </a:extLst>
            </p:cNvPr>
            <p:cNvCxnSpPr>
              <a:cxnSpLocks/>
              <a:stCxn id="17" idx="0"/>
              <a:endCxn id="64" idx="2"/>
            </p:cNvCxnSpPr>
            <p:nvPr/>
          </p:nvCxnSpPr>
          <p:spPr>
            <a:xfrm flipV="1">
              <a:off x="4154586" y="2885518"/>
              <a:ext cx="3" cy="223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EF2BB-28DF-ABA4-4599-79F200D6FA88}"/>
                </a:ext>
              </a:extLst>
            </p:cNvPr>
            <p:cNvCxnSpPr>
              <a:cxnSpLocks/>
              <a:stCxn id="21" idx="0"/>
              <a:endCxn id="17" idx="2"/>
            </p:cNvCxnSpPr>
            <p:nvPr/>
          </p:nvCxnSpPr>
          <p:spPr>
            <a:xfrm flipH="1" flipV="1">
              <a:off x="4154586" y="4261596"/>
              <a:ext cx="3" cy="2231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ABD3411-2D41-1818-1735-3E63C07EFD41}"/>
                </a:ext>
              </a:extLst>
            </p:cNvPr>
            <p:cNvCxnSpPr>
              <a:cxnSpLocks/>
              <a:stCxn id="74" idx="0"/>
              <a:endCxn id="13" idx="2"/>
            </p:cNvCxnSpPr>
            <p:nvPr/>
          </p:nvCxnSpPr>
          <p:spPr>
            <a:xfrm flipV="1">
              <a:off x="6660008" y="2924683"/>
              <a:ext cx="0" cy="3394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BCFCAFB-5EAA-1D3C-4B3E-B2CB5865F3E9}"/>
                </a:ext>
              </a:extLst>
            </p:cNvPr>
            <p:cNvCxnSpPr>
              <a:cxnSpLocks/>
              <a:stCxn id="50" idx="2"/>
              <a:endCxn id="22" idx="0"/>
            </p:cNvCxnSpPr>
            <p:nvPr/>
          </p:nvCxnSpPr>
          <p:spPr>
            <a:xfrm>
              <a:off x="1577969" y="4186155"/>
              <a:ext cx="0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7F76EBD-A9C9-B1F2-DE8F-FBE5667BE956}"/>
                </a:ext>
              </a:extLst>
            </p:cNvPr>
            <p:cNvGrpSpPr/>
            <p:nvPr/>
          </p:nvGrpSpPr>
          <p:grpSpPr>
            <a:xfrm>
              <a:off x="558793" y="3187547"/>
              <a:ext cx="2038352" cy="998608"/>
              <a:chOff x="1309005" y="5249636"/>
              <a:chExt cx="2038352" cy="998608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3A19D14C-0FE9-BAAA-B96F-4FE3172512AA}"/>
                  </a:ext>
                </a:extLst>
              </p:cNvPr>
              <p:cNvSpPr/>
              <p:nvPr/>
            </p:nvSpPr>
            <p:spPr>
              <a:xfrm>
                <a:off x="1309005" y="5249636"/>
                <a:ext cx="2038352" cy="998608"/>
              </a:xfrm>
              <a:prstGeom prst="diamond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1FCD3B-4930-2568-CCE8-16AA3C8E527E}"/>
                  </a:ext>
                </a:extLst>
              </p:cNvPr>
              <p:cNvSpPr txBox="1"/>
              <p:nvPr/>
            </p:nvSpPr>
            <p:spPr>
              <a:xfrm>
                <a:off x="1618563" y="5487330"/>
                <a:ext cx="141923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>
                    <a:solidFill>
                      <a:schemeClr val="tx1"/>
                    </a:solidFill>
                  </a:rPr>
                  <a:t>Is the RF front-end idle?</a:t>
                </a:r>
              </a:p>
            </p:txBody>
          </p:sp>
        </p:grp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60EB427-E678-E880-58B1-7A29FB0D07FF}"/>
                </a:ext>
              </a:extLst>
            </p:cNvPr>
            <p:cNvCxnSpPr>
              <a:cxnSpLocks/>
              <a:stCxn id="22" idx="3"/>
              <a:endCxn id="21" idx="1"/>
            </p:cNvCxnSpPr>
            <p:nvPr/>
          </p:nvCxnSpPr>
          <p:spPr>
            <a:xfrm flipV="1">
              <a:off x="2825858" y="4969107"/>
              <a:ext cx="309557" cy="67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5B3EECF-ADD0-3A66-88AA-16E337500EA9}"/>
                </a:ext>
              </a:extLst>
            </p:cNvPr>
            <p:cNvSpPr/>
            <p:nvPr/>
          </p:nvSpPr>
          <p:spPr>
            <a:xfrm>
              <a:off x="3247202" y="2213517"/>
              <a:ext cx="1814774" cy="67200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The transmission ends as Success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9B34A0B-579B-6C68-E705-ACF0F21528C5}"/>
                </a:ext>
              </a:extLst>
            </p:cNvPr>
            <p:cNvSpPr/>
            <p:nvPr/>
          </p:nvSpPr>
          <p:spPr>
            <a:xfrm>
              <a:off x="2716645" y="724728"/>
              <a:ext cx="2875888" cy="12317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Remove the oldest member from the message queue and trigger the Queue Agent to issue another transmission.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84B2B6E-1A9D-377C-ADFA-A73C293C9625}"/>
                </a:ext>
              </a:extLst>
            </p:cNvPr>
            <p:cNvCxnSpPr>
              <a:cxnSpLocks/>
              <a:stCxn id="64" idx="0"/>
              <a:endCxn id="65" idx="2"/>
            </p:cNvCxnSpPr>
            <p:nvPr/>
          </p:nvCxnSpPr>
          <p:spPr>
            <a:xfrm flipV="1">
              <a:off x="4154589" y="1956519"/>
              <a:ext cx="0" cy="2569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Diamond 73">
              <a:extLst>
                <a:ext uri="{FF2B5EF4-FFF2-40B4-BE49-F238E27FC236}">
                  <a16:creationId xmlns:a16="http://schemas.microsoft.com/office/drawing/2014/main" id="{B003AD80-79B8-38C3-9BB1-4CEF75FDC8B8}"/>
                </a:ext>
              </a:extLst>
            </p:cNvPr>
            <p:cNvSpPr/>
            <p:nvPr/>
          </p:nvSpPr>
          <p:spPr>
            <a:xfrm>
              <a:off x="5800709" y="3264145"/>
              <a:ext cx="1718598" cy="84195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94424AD-F4CB-8F56-3F38-E7AF24DD6E9C}"/>
                </a:ext>
              </a:extLst>
            </p:cNvPr>
            <p:cNvSpPr txBox="1"/>
            <p:nvPr/>
          </p:nvSpPr>
          <p:spPr>
            <a:xfrm>
              <a:off x="5810805" y="4707497"/>
              <a:ext cx="16984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Has it exceeded the max retry?</a:t>
              </a:r>
            </a:p>
          </p:txBody>
        </p:sp>
        <p:sp>
          <p:nvSpPr>
            <p:cNvPr id="76" name="Diamond 75">
              <a:extLst>
                <a:ext uri="{FF2B5EF4-FFF2-40B4-BE49-F238E27FC236}">
                  <a16:creationId xmlns:a16="http://schemas.microsoft.com/office/drawing/2014/main" id="{D72C7196-EE14-5C4F-B750-DF6BB93291B6}"/>
                </a:ext>
              </a:extLst>
            </p:cNvPr>
            <p:cNvSpPr/>
            <p:nvPr/>
          </p:nvSpPr>
          <p:spPr>
            <a:xfrm>
              <a:off x="5611593" y="4455478"/>
              <a:ext cx="2096830" cy="102725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E18C48F-8AC9-D68B-3C41-0466E974316E}"/>
                </a:ext>
              </a:extLst>
            </p:cNvPr>
            <p:cNvCxnSpPr>
              <a:cxnSpLocks/>
              <a:stCxn id="17" idx="3"/>
              <a:endCxn id="74" idx="1"/>
            </p:cNvCxnSpPr>
            <p:nvPr/>
          </p:nvCxnSpPr>
          <p:spPr>
            <a:xfrm>
              <a:off x="5331277" y="3685124"/>
              <a:ext cx="46943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7F873F2-220A-22E9-3523-3555C3A0DD6A}"/>
                </a:ext>
              </a:extLst>
            </p:cNvPr>
            <p:cNvCxnSpPr>
              <a:cxnSpLocks/>
              <a:stCxn id="74" idx="2"/>
              <a:endCxn id="76" idx="0"/>
            </p:cNvCxnSpPr>
            <p:nvPr/>
          </p:nvCxnSpPr>
          <p:spPr>
            <a:xfrm>
              <a:off x="6660008" y="4106103"/>
              <a:ext cx="0" cy="3493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4722C75-BF95-E4AA-CEE3-9D76C26025B9}"/>
                </a:ext>
              </a:extLst>
            </p:cNvPr>
            <p:cNvCxnSpPr>
              <a:cxnSpLocks/>
              <a:stCxn id="76" idx="1"/>
              <a:endCxn id="21" idx="3"/>
            </p:cNvCxnSpPr>
            <p:nvPr/>
          </p:nvCxnSpPr>
          <p:spPr>
            <a:xfrm flipH="1">
              <a:off x="5173762" y="4969107"/>
              <a:ext cx="43783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E0DC134C-1712-B185-43A0-ACA42F207C62}"/>
                </a:ext>
              </a:extLst>
            </p:cNvPr>
            <p:cNvCxnSpPr>
              <a:cxnSpLocks/>
              <a:stCxn id="76" idx="2"/>
              <a:endCxn id="12" idx="0"/>
            </p:cNvCxnSpPr>
            <p:nvPr/>
          </p:nvCxnSpPr>
          <p:spPr>
            <a:xfrm>
              <a:off x="6660008" y="5482736"/>
              <a:ext cx="2039" cy="18327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: Elbow 92">
              <a:extLst>
                <a:ext uri="{FF2B5EF4-FFF2-40B4-BE49-F238E27FC236}">
                  <a16:creationId xmlns:a16="http://schemas.microsoft.com/office/drawing/2014/main" id="{3AE4298B-EF41-85C4-6624-FEF15767B20C}"/>
                </a:ext>
              </a:extLst>
            </p:cNvPr>
            <p:cNvCxnSpPr>
              <a:stCxn id="13" idx="1"/>
            </p:cNvCxnSpPr>
            <p:nvPr/>
          </p:nvCxnSpPr>
          <p:spPr>
            <a:xfrm rot="10800000" flipV="1">
              <a:off x="4784271" y="2739913"/>
              <a:ext cx="1179730" cy="685328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AF49F3-DA47-FD81-2DF0-97C4E9EF4F15}"/>
                </a:ext>
              </a:extLst>
            </p:cNvPr>
            <p:cNvSpPr txBox="1"/>
            <p:nvPr/>
          </p:nvSpPr>
          <p:spPr>
            <a:xfrm>
              <a:off x="1124624" y="4076930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A2BFE6DA-1E10-F47E-1BD8-49998EF2C33F}"/>
                </a:ext>
              </a:extLst>
            </p:cNvPr>
            <p:cNvSpPr txBox="1"/>
            <p:nvPr/>
          </p:nvSpPr>
          <p:spPr>
            <a:xfrm>
              <a:off x="3662870" y="2820416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1192A7A-D993-BF7E-117E-90CBACCF1274}"/>
                </a:ext>
              </a:extLst>
            </p:cNvPr>
            <p:cNvSpPr txBox="1"/>
            <p:nvPr/>
          </p:nvSpPr>
          <p:spPr>
            <a:xfrm>
              <a:off x="6192933" y="4104435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AEDA22F-D878-6F41-5929-5B0A8677BA34}"/>
                </a:ext>
              </a:extLst>
            </p:cNvPr>
            <p:cNvSpPr txBox="1"/>
            <p:nvPr/>
          </p:nvSpPr>
          <p:spPr>
            <a:xfrm>
              <a:off x="6192933" y="5389709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06B3E12-D0D0-1238-45F2-C4883F5433F7}"/>
                </a:ext>
              </a:extLst>
            </p:cNvPr>
            <p:cNvSpPr txBox="1"/>
            <p:nvPr/>
          </p:nvSpPr>
          <p:spPr>
            <a:xfrm>
              <a:off x="5173762" y="4662617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9DB4994-AECA-17F2-B3E2-39F42B7DDC6C}"/>
                </a:ext>
              </a:extLst>
            </p:cNvPr>
            <p:cNvSpPr txBox="1"/>
            <p:nvPr/>
          </p:nvSpPr>
          <p:spPr>
            <a:xfrm>
              <a:off x="6192933" y="2957433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D5E04B9A-953A-E57D-E777-3B914BF3174F}"/>
                </a:ext>
              </a:extLst>
            </p:cNvPr>
            <p:cNvSpPr txBox="1"/>
            <p:nvPr/>
          </p:nvSpPr>
          <p:spPr>
            <a:xfrm>
              <a:off x="5271121" y="3368274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877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C02D73-BB89-3F9C-5631-4BCCA7FFED25}"/>
              </a:ext>
            </a:extLst>
          </p:cNvPr>
          <p:cNvSpPr/>
          <p:nvPr/>
        </p:nvSpPr>
        <p:spPr>
          <a:xfrm>
            <a:off x="2936879" y="1255211"/>
            <a:ext cx="2163538" cy="6613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Subscribe to QUEUE:LIST:TRANS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D01C6E5-CA9B-46EE-14D9-2F27D381322F}"/>
              </a:ext>
            </a:extLst>
          </p:cNvPr>
          <p:cNvGrpSpPr/>
          <p:nvPr/>
        </p:nvGrpSpPr>
        <p:grpSpPr>
          <a:xfrm>
            <a:off x="3483888" y="446017"/>
            <a:ext cx="1069522" cy="571500"/>
            <a:chOff x="2196191" y="1396093"/>
            <a:chExt cx="1069522" cy="5715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24CC344-61FB-40E8-9DCD-ED41AED76768}"/>
                </a:ext>
              </a:extLst>
            </p:cNvPr>
            <p:cNvSpPr/>
            <p:nvPr/>
          </p:nvSpPr>
          <p:spPr>
            <a:xfrm>
              <a:off x="2196191" y="1396093"/>
              <a:ext cx="1069522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6D26F1-D327-A97F-A5BA-1CF9D5EA5435}"/>
                </a:ext>
              </a:extLst>
            </p:cNvPr>
            <p:cNvSpPr txBox="1"/>
            <p:nvPr/>
          </p:nvSpPr>
          <p:spPr>
            <a:xfrm>
              <a:off x="2424105" y="1497177"/>
              <a:ext cx="613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start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C20C22-88C3-3E4D-F97B-32570D3D3FBB}"/>
              </a:ext>
            </a:extLst>
          </p:cNvPr>
          <p:cNvGrpSpPr/>
          <p:nvPr/>
        </p:nvGrpSpPr>
        <p:grpSpPr>
          <a:xfrm>
            <a:off x="2675625" y="2763356"/>
            <a:ext cx="2686050" cy="1412421"/>
            <a:chOff x="1387928" y="3282043"/>
            <a:chExt cx="2686050" cy="1412421"/>
          </a:xfrm>
        </p:grpSpPr>
        <p:sp>
          <p:nvSpPr>
            <p:cNvPr id="6" name="Diamond 5">
              <a:extLst>
                <a:ext uri="{FF2B5EF4-FFF2-40B4-BE49-F238E27FC236}">
                  <a16:creationId xmlns:a16="http://schemas.microsoft.com/office/drawing/2014/main" id="{8C6192E0-12F7-016C-7F38-D47F12C1B754}"/>
                </a:ext>
              </a:extLst>
            </p:cNvPr>
            <p:cNvSpPr/>
            <p:nvPr/>
          </p:nvSpPr>
          <p:spPr>
            <a:xfrm>
              <a:off x="1387928" y="3282043"/>
              <a:ext cx="2686050" cy="1412421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1F766A-9D00-606B-4F2F-39D9B1DBE262}"/>
                </a:ext>
              </a:extLst>
            </p:cNvPr>
            <p:cNvSpPr txBox="1"/>
            <p:nvPr/>
          </p:nvSpPr>
          <p:spPr>
            <a:xfrm>
              <a:off x="1649182" y="3726643"/>
              <a:ext cx="21635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Does the information have the correct format?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349BBC67-6FF7-7070-2194-F01443694565}"/>
              </a:ext>
            </a:extLst>
          </p:cNvPr>
          <p:cNvSpPr/>
          <p:nvPr/>
        </p:nvSpPr>
        <p:spPr>
          <a:xfrm>
            <a:off x="3320602" y="2156122"/>
            <a:ext cx="139609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Notification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5AAA12-9B35-70D9-5D56-2E5D4CCAB81B}"/>
              </a:ext>
            </a:extLst>
          </p:cNvPr>
          <p:cNvSpPr/>
          <p:nvPr/>
        </p:nvSpPr>
        <p:spPr>
          <a:xfrm>
            <a:off x="3320602" y="5649773"/>
            <a:ext cx="139609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Sleep for 0.001s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52D558-6E23-B614-023E-893FCC30D4C5}"/>
              </a:ext>
            </a:extLst>
          </p:cNvPr>
          <p:cNvSpPr/>
          <p:nvPr/>
        </p:nvSpPr>
        <p:spPr>
          <a:xfrm>
            <a:off x="1222382" y="3284796"/>
            <a:ext cx="106952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Discard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9BB6EF8-3445-3A09-5153-9B30C0645868}"/>
              </a:ext>
            </a:extLst>
          </p:cNvPr>
          <p:cNvGrpSpPr/>
          <p:nvPr/>
        </p:nvGrpSpPr>
        <p:grpSpPr>
          <a:xfrm>
            <a:off x="2999472" y="4413471"/>
            <a:ext cx="2038352" cy="998608"/>
            <a:chOff x="1309005" y="5249636"/>
            <a:chExt cx="2038352" cy="998608"/>
          </a:xfrm>
        </p:grpSpPr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E09863B4-31DC-C22C-1237-59BF1445A4D7}"/>
                </a:ext>
              </a:extLst>
            </p:cNvPr>
            <p:cNvSpPr/>
            <p:nvPr/>
          </p:nvSpPr>
          <p:spPr>
            <a:xfrm>
              <a:off x="1309005" y="5249636"/>
              <a:ext cx="2038352" cy="99860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122186-6C33-AA14-0AF8-C3C38EEA1EDB}"/>
                </a:ext>
              </a:extLst>
            </p:cNvPr>
            <p:cNvSpPr txBox="1"/>
            <p:nvPr/>
          </p:nvSpPr>
          <p:spPr>
            <a:xfrm>
              <a:off x="1618563" y="5487330"/>
              <a:ext cx="1419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the RF front-end idle?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35447F9-C397-CF8D-CAEC-C02AC11B5DFE}"/>
              </a:ext>
            </a:extLst>
          </p:cNvPr>
          <p:cNvSpPr/>
          <p:nvPr/>
        </p:nvSpPr>
        <p:spPr>
          <a:xfrm>
            <a:off x="5745396" y="2869395"/>
            <a:ext cx="1880282" cy="970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Wait for the subscribed key to be triggered.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29388F-426F-9426-BC12-A059C11E5EE3}"/>
              </a:ext>
            </a:extLst>
          </p:cNvPr>
          <p:cNvSpPr/>
          <p:nvPr/>
        </p:nvSpPr>
        <p:spPr>
          <a:xfrm>
            <a:off x="5437648" y="4366841"/>
            <a:ext cx="2495778" cy="1091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Issue a transmission request to Transmission Agent. Then, set the RF front-end to be busy.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67662D9-E200-EE3A-9196-5570E16186BE}"/>
              </a:ext>
            </a:extLst>
          </p:cNvPr>
          <p:cNvCxnSpPr>
            <a:stCxn id="4" idx="4"/>
            <a:endCxn id="5" idx="0"/>
          </p:cNvCxnSpPr>
          <p:nvPr/>
        </p:nvCxnSpPr>
        <p:spPr>
          <a:xfrm flipH="1">
            <a:off x="4018648" y="1017517"/>
            <a:ext cx="1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B814E8-049A-8F8F-439E-EC08DA8DC2FA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4018648" y="1916519"/>
            <a:ext cx="0" cy="2396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A20E6C-5AB4-4EEF-79E0-0946940ECD35}"/>
              </a:ext>
            </a:extLst>
          </p:cNvPr>
          <p:cNvCxnSpPr>
            <a:cxnSpLocks/>
            <a:stCxn id="11" idx="2"/>
            <a:endCxn id="6" idx="0"/>
          </p:cNvCxnSpPr>
          <p:nvPr/>
        </p:nvCxnSpPr>
        <p:spPr>
          <a:xfrm>
            <a:off x="4018648" y="2525662"/>
            <a:ext cx="2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52F7097-785B-F2A4-B960-41B0BB2659AE}"/>
              </a:ext>
            </a:extLst>
          </p:cNvPr>
          <p:cNvCxnSpPr>
            <a:cxnSpLocks/>
            <a:stCxn id="6" idx="2"/>
            <a:endCxn id="17" idx="0"/>
          </p:cNvCxnSpPr>
          <p:nvPr/>
        </p:nvCxnSpPr>
        <p:spPr>
          <a:xfrm flipH="1">
            <a:off x="4018648" y="4175777"/>
            <a:ext cx="2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1FEF2BB-28DF-ABA4-4599-79F200D6FA88}"/>
              </a:ext>
            </a:extLst>
          </p:cNvPr>
          <p:cNvCxnSpPr>
            <a:cxnSpLocks/>
            <a:stCxn id="17" idx="2"/>
            <a:endCxn id="12" idx="0"/>
          </p:cNvCxnSpPr>
          <p:nvPr/>
        </p:nvCxnSpPr>
        <p:spPr>
          <a:xfrm>
            <a:off x="4018648" y="5412079"/>
            <a:ext cx="0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ABD3411-2D41-1818-1735-3E63C07EFD41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37824" y="4912775"/>
            <a:ext cx="39982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BCFCAFB-5EAA-1D3C-4B3E-B2CB5865F3E9}"/>
              </a:ext>
            </a:extLst>
          </p:cNvPr>
          <p:cNvCxnSpPr>
            <a:cxnSpLocks/>
            <a:stCxn id="6" idx="1"/>
            <a:endCxn id="13" idx="3"/>
          </p:cNvCxnSpPr>
          <p:nvPr/>
        </p:nvCxnSpPr>
        <p:spPr>
          <a:xfrm flipH="1" flipV="1">
            <a:off x="2291904" y="3469566"/>
            <a:ext cx="38372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2A5347D-DA0C-89C7-951B-9B6779BCFA31}"/>
              </a:ext>
            </a:extLst>
          </p:cNvPr>
          <p:cNvSpPr txBox="1"/>
          <p:nvPr/>
        </p:nvSpPr>
        <p:spPr>
          <a:xfrm>
            <a:off x="3494108" y="2468683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78C39B-9B6A-A49B-CE90-F4E3FD592DE8}"/>
              </a:ext>
            </a:extLst>
          </p:cNvPr>
          <p:cNvSpPr txBox="1"/>
          <p:nvPr/>
        </p:nvSpPr>
        <p:spPr>
          <a:xfrm>
            <a:off x="3494108" y="4096959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F31EC4-D715-D41B-33DA-1579C0287FF1}"/>
              </a:ext>
            </a:extLst>
          </p:cNvPr>
          <p:cNvSpPr txBox="1"/>
          <p:nvPr/>
        </p:nvSpPr>
        <p:spPr>
          <a:xfrm>
            <a:off x="4951577" y="4608805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48301C-F976-5677-C12F-A771AA3986DC}"/>
              </a:ext>
            </a:extLst>
          </p:cNvPr>
          <p:cNvSpPr txBox="1"/>
          <p:nvPr/>
        </p:nvSpPr>
        <p:spPr>
          <a:xfrm>
            <a:off x="3494108" y="5335802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9ABBA1-A6B0-3242-4C15-5B29FEEEE00C}"/>
              </a:ext>
            </a:extLst>
          </p:cNvPr>
          <p:cNvSpPr txBox="1"/>
          <p:nvPr/>
        </p:nvSpPr>
        <p:spPr>
          <a:xfrm>
            <a:off x="2283072" y="3169783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No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66D6132-0048-28F1-A1E9-DD6A28C34FBB}"/>
              </a:ext>
            </a:extLst>
          </p:cNvPr>
          <p:cNvCxnSpPr>
            <a:cxnSpLocks/>
            <a:stCxn id="22" idx="0"/>
            <a:endCxn id="21" idx="2"/>
          </p:cNvCxnSpPr>
          <p:nvPr/>
        </p:nvCxnSpPr>
        <p:spPr>
          <a:xfrm flipV="1">
            <a:off x="6685537" y="3839503"/>
            <a:ext cx="0" cy="527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59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ControlType: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“Hold”)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283242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“Hold”)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Free)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6005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</a:t>
              </a:r>
              <a:r>
                <a:rPr lang="en-US" sz="800" b="1">
                  <a:solidFill>
                    <a:srgbClr val="FF0000"/>
                  </a:solidFill>
                  <a:latin typeface="Consolas" panose="020B0609020204030204" pitchFamily="49" charset="0"/>
                </a:rPr>
                <a:t>ControlType</a:t>
              </a:r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</a:t>
              </a:r>
              <a:r>
                <a:rPr lang="en-US" sz="800" b="1">
                  <a:solidFill>
                    <a:srgbClr val="FF0000"/>
                  </a:solidFill>
                  <a:latin typeface="Consolas" panose="020B0609020204030204" pitchFamily="49" charset="0"/>
                </a:rPr>
                <a:t>Hold</a:t>
              </a:r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462699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</a:t>
              </a:r>
              <a:r>
                <a:rPr lang="en-US" sz="800" b="1">
                  <a:solidFill>
                    <a:schemeClr val="accent1"/>
                  </a:solidFill>
                  <a:latin typeface="Consolas" panose="020B0609020204030204" pitchFamily="49" charset="0"/>
                </a:rPr>
                <a:t>Free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</a:t>
              </a:r>
              <a:r>
                <a:rPr lang="en-US" sz="800" b="1">
                  <a:solidFill>
                    <a:srgbClr val="FF0000"/>
                  </a:solidFill>
                  <a:latin typeface="Consolas" panose="020B0609020204030204" pitchFamily="49" charset="0"/>
                </a:rPr>
                <a:t>Hold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</a:t>
              </a:r>
              <a:r>
                <a:rPr lang="en-US" sz="800" b="1">
                  <a:solidFill>
                    <a:schemeClr val="accent1"/>
                  </a:solidFill>
                  <a:latin typeface="Consolas" panose="020B0609020204030204" pitchFamily="49" charset="0"/>
                </a:rPr>
                <a:t>Free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</a:t>
              </a:r>
              <a:r>
                <a:rPr lang="en-US" sz="800" b="1">
                  <a:solidFill>
                    <a:schemeClr val="accent1"/>
                  </a:solidFill>
                  <a:latin typeface="Consolas" panose="020B0609020204030204" pitchFamily="49" charset="0"/>
                </a:rPr>
                <a:t>Free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cxnSp>
        <p:nvCxnSpPr>
          <p:cNvPr id="3" name="Straight Arrow Connector 21">
            <a:extLst>
              <a:ext uri="{FF2B5EF4-FFF2-40B4-BE49-F238E27FC236}">
                <a16:creationId xmlns:a16="http://schemas.microsoft.com/office/drawing/2014/main" id="{A17EB990-682C-0697-C3C7-C402BDC330FE}"/>
              </a:ext>
            </a:extLst>
          </p:cNvPr>
          <p:cNvCxnSpPr>
            <a:cxnSpLocks/>
          </p:cNvCxnSpPr>
          <p:nvPr/>
        </p:nvCxnSpPr>
        <p:spPr>
          <a:xfrm flipH="1">
            <a:off x="1331495" y="1066800"/>
            <a:ext cx="4034589" cy="19364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21">
            <a:extLst>
              <a:ext uri="{FF2B5EF4-FFF2-40B4-BE49-F238E27FC236}">
                <a16:creationId xmlns:a16="http://schemas.microsoft.com/office/drawing/2014/main" id="{98A4CB37-17C1-CFAC-BCD2-CED9E71C6B76}"/>
              </a:ext>
            </a:extLst>
          </p:cNvPr>
          <p:cNvCxnSpPr>
            <a:cxnSpLocks/>
          </p:cNvCxnSpPr>
          <p:nvPr/>
        </p:nvCxnSpPr>
        <p:spPr>
          <a:xfrm>
            <a:off x="7270511" y="572412"/>
            <a:ext cx="2547257" cy="791167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21">
            <a:extLst>
              <a:ext uri="{FF2B5EF4-FFF2-40B4-BE49-F238E27FC236}">
                <a16:creationId xmlns:a16="http://schemas.microsoft.com/office/drawing/2014/main" id="{E6CED597-A477-FC86-7ECE-FD7C1BAACC6F}"/>
              </a:ext>
            </a:extLst>
          </p:cNvPr>
          <p:cNvCxnSpPr>
            <a:cxnSpLocks/>
          </p:cNvCxnSpPr>
          <p:nvPr/>
        </p:nvCxnSpPr>
        <p:spPr>
          <a:xfrm>
            <a:off x="7270511" y="568701"/>
            <a:ext cx="1705047" cy="5599488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21">
            <a:extLst>
              <a:ext uri="{FF2B5EF4-FFF2-40B4-BE49-F238E27FC236}">
                <a16:creationId xmlns:a16="http://schemas.microsoft.com/office/drawing/2014/main" id="{371561FA-81B8-F08A-854D-99D50D23E1FA}"/>
              </a:ext>
            </a:extLst>
          </p:cNvPr>
          <p:cNvCxnSpPr>
            <a:cxnSpLocks/>
          </p:cNvCxnSpPr>
          <p:nvPr/>
        </p:nvCxnSpPr>
        <p:spPr>
          <a:xfrm flipV="1">
            <a:off x="2518611" y="6416842"/>
            <a:ext cx="6472989" cy="1925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21">
            <a:extLst>
              <a:ext uri="{FF2B5EF4-FFF2-40B4-BE49-F238E27FC236}">
                <a16:creationId xmlns:a16="http://schemas.microsoft.com/office/drawing/2014/main" id="{189A22C9-C0AF-1B17-276C-A99237EF647A}"/>
              </a:ext>
            </a:extLst>
          </p:cNvPr>
          <p:cNvCxnSpPr>
            <a:cxnSpLocks/>
          </p:cNvCxnSpPr>
          <p:nvPr/>
        </p:nvCxnSpPr>
        <p:spPr>
          <a:xfrm>
            <a:off x="6717059" y="6156945"/>
            <a:ext cx="2274541" cy="25989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1">
            <a:extLst>
              <a:ext uri="{FF2B5EF4-FFF2-40B4-BE49-F238E27FC236}">
                <a16:creationId xmlns:a16="http://schemas.microsoft.com/office/drawing/2014/main" id="{71D4B4DD-251A-6245-C33F-A76CAFE8642A}"/>
              </a:ext>
            </a:extLst>
          </p:cNvPr>
          <p:cNvCxnSpPr>
            <a:cxnSpLocks/>
          </p:cNvCxnSpPr>
          <p:nvPr/>
        </p:nvCxnSpPr>
        <p:spPr>
          <a:xfrm flipV="1">
            <a:off x="2518611" y="1342224"/>
            <a:ext cx="7299157" cy="39950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21">
            <a:extLst>
              <a:ext uri="{FF2B5EF4-FFF2-40B4-BE49-F238E27FC236}">
                <a16:creationId xmlns:a16="http://schemas.microsoft.com/office/drawing/2014/main" id="{C5151249-7B7A-8DCB-2014-BD47B37B6D85}"/>
              </a:ext>
            </a:extLst>
          </p:cNvPr>
          <p:cNvCxnSpPr>
            <a:cxnSpLocks/>
          </p:cNvCxnSpPr>
          <p:nvPr/>
        </p:nvCxnSpPr>
        <p:spPr>
          <a:xfrm>
            <a:off x="2518611" y="1366495"/>
            <a:ext cx="6456947" cy="4763936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21">
            <a:extLst>
              <a:ext uri="{FF2B5EF4-FFF2-40B4-BE49-F238E27FC236}">
                <a16:creationId xmlns:a16="http://schemas.microsoft.com/office/drawing/2014/main" id="{040BE460-E0DA-EA4C-C9CE-0EAB3BD858DE}"/>
              </a:ext>
            </a:extLst>
          </p:cNvPr>
          <p:cNvCxnSpPr>
            <a:cxnSpLocks/>
          </p:cNvCxnSpPr>
          <p:nvPr/>
        </p:nvCxnSpPr>
        <p:spPr>
          <a:xfrm>
            <a:off x="2518611" y="4666855"/>
            <a:ext cx="6456947" cy="17564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橢圓 50">
            <a:extLst>
              <a:ext uri="{FF2B5EF4-FFF2-40B4-BE49-F238E27FC236}">
                <a16:creationId xmlns:a16="http://schemas.microsoft.com/office/drawing/2014/main" id="{F06243A6-4737-3681-38EF-E0A8BBCFDCB5}"/>
              </a:ext>
            </a:extLst>
          </p:cNvPr>
          <p:cNvSpPr/>
          <p:nvPr/>
        </p:nvSpPr>
        <p:spPr>
          <a:xfrm>
            <a:off x="6536242" y="95565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C9FACF38-B8B2-FA28-55A1-B9DFEE9CB256}"/>
              </a:ext>
            </a:extLst>
          </p:cNvPr>
          <p:cNvSpPr/>
          <p:nvPr/>
        </p:nvSpPr>
        <p:spPr>
          <a:xfrm>
            <a:off x="472151" y="3468407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3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D2EC8C62-DC9C-3070-54F8-8817F0FD5367}"/>
              </a:ext>
            </a:extLst>
          </p:cNvPr>
          <p:cNvSpPr/>
          <p:nvPr/>
        </p:nvSpPr>
        <p:spPr>
          <a:xfrm>
            <a:off x="472151" y="4358744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387D5312-3825-2B13-5A04-897EFFDB6272}"/>
              </a:ext>
            </a:extLst>
          </p:cNvPr>
          <p:cNvSpPr/>
          <p:nvPr/>
        </p:nvSpPr>
        <p:spPr>
          <a:xfrm>
            <a:off x="472151" y="4831986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408229D-6953-56BE-B2D4-C39E932C13A6}"/>
              </a:ext>
            </a:extLst>
          </p:cNvPr>
          <p:cNvSpPr/>
          <p:nvPr/>
        </p:nvSpPr>
        <p:spPr>
          <a:xfrm>
            <a:off x="472151" y="5810554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6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5E54077-2112-B8F5-747B-4AE70F32A17B}"/>
              </a:ext>
            </a:extLst>
          </p:cNvPr>
          <p:cNvSpPr/>
          <p:nvPr/>
        </p:nvSpPr>
        <p:spPr>
          <a:xfrm>
            <a:off x="2799935" y="5180912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5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21">
            <a:extLst>
              <a:ext uri="{FF2B5EF4-FFF2-40B4-BE49-F238E27FC236}">
                <a16:creationId xmlns:a16="http://schemas.microsoft.com/office/drawing/2014/main" id="{8778CFBC-8F12-3A57-F873-CD19837B60AD}"/>
              </a:ext>
            </a:extLst>
          </p:cNvPr>
          <p:cNvCxnSpPr>
            <a:cxnSpLocks/>
          </p:cNvCxnSpPr>
          <p:nvPr/>
        </p:nvCxnSpPr>
        <p:spPr>
          <a:xfrm flipV="1">
            <a:off x="3685101" y="409074"/>
            <a:ext cx="1560667" cy="183973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688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41E56F60-4798-958F-A8C0-6F4C87891BE9}"/>
              </a:ext>
            </a:extLst>
          </p:cNvPr>
          <p:cNvSpPr/>
          <p:nvPr/>
        </p:nvSpPr>
        <p:spPr>
          <a:xfrm>
            <a:off x="7832599" y="1492688"/>
            <a:ext cx="913873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BEFE7CD-CC68-9A3C-1C96-CE8BD4D053AC}"/>
              </a:ext>
            </a:extLst>
          </p:cNvPr>
          <p:cNvSpPr/>
          <p:nvPr/>
        </p:nvSpPr>
        <p:spPr>
          <a:xfrm>
            <a:off x="606996" y="1492688"/>
            <a:ext cx="1755141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B387D04-B5FE-C94A-C321-D2FCC661B7C3}"/>
              </a:ext>
            </a:extLst>
          </p:cNvPr>
          <p:cNvSpPr/>
          <p:nvPr/>
        </p:nvSpPr>
        <p:spPr>
          <a:xfrm>
            <a:off x="1550719" y="1480071"/>
            <a:ext cx="1854427" cy="15011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CDFBDC-7273-637C-0A98-1AA1B2E6E792}"/>
              </a:ext>
            </a:extLst>
          </p:cNvPr>
          <p:cNvSpPr/>
          <p:nvPr/>
        </p:nvSpPr>
        <p:spPr>
          <a:xfrm>
            <a:off x="2366339" y="2973592"/>
            <a:ext cx="1038808" cy="18558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E59ACC-83F2-09C2-B9A4-B66E6616E42E}"/>
              </a:ext>
            </a:extLst>
          </p:cNvPr>
          <p:cNvSpPr/>
          <p:nvPr/>
        </p:nvSpPr>
        <p:spPr>
          <a:xfrm>
            <a:off x="604157" y="106136"/>
            <a:ext cx="677636" cy="285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9025E-7A14-7F1C-CEA3-EE888D75434E}"/>
              </a:ext>
            </a:extLst>
          </p:cNvPr>
          <p:cNvSpPr/>
          <p:nvPr/>
        </p:nvSpPr>
        <p:spPr>
          <a:xfrm>
            <a:off x="1550719" y="106136"/>
            <a:ext cx="677636" cy="2857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A05D0-C50F-4ADA-339E-67B3FCB13038}"/>
              </a:ext>
            </a:extLst>
          </p:cNvPr>
          <p:cNvSpPr/>
          <p:nvPr/>
        </p:nvSpPr>
        <p:spPr>
          <a:xfrm>
            <a:off x="2497281" y="106136"/>
            <a:ext cx="677636" cy="2857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4BE32-FC2E-C2FA-0FB7-DFF47A050F64}"/>
              </a:ext>
            </a:extLst>
          </p:cNvPr>
          <p:cNvSpPr/>
          <p:nvPr/>
        </p:nvSpPr>
        <p:spPr>
          <a:xfrm>
            <a:off x="3443843" y="106136"/>
            <a:ext cx="677636" cy="28575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5EBA41-915D-0631-ACC0-A830D48241CB}"/>
              </a:ext>
            </a:extLst>
          </p:cNvPr>
          <p:cNvSpPr/>
          <p:nvPr/>
        </p:nvSpPr>
        <p:spPr>
          <a:xfrm>
            <a:off x="4390405" y="106136"/>
            <a:ext cx="677636" cy="28575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9E25FA-DCCA-C9D2-2063-3DEAAF9400D5}"/>
              </a:ext>
            </a:extLst>
          </p:cNvPr>
          <p:cNvSpPr/>
          <p:nvPr/>
        </p:nvSpPr>
        <p:spPr>
          <a:xfrm>
            <a:off x="5336967" y="106136"/>
            <a:ext cx="677636" cy="2857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32BB8F-9882-73CC-C401-9E56D7CFA88F}"/>
              </a:ext>
            </a:extLst>
          </p:cNvPr>
          <p:cNvSpPr/>
          <p:nvPr/>
        </p:nvSpPr>
        <p:spPr>
          <a:xfrm>
            <a:off x="6283529" y="106136"/>
            <a:ext cx="677636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886C84-8E96-2B57-4E56-64521AED7977}"/>
              </a:ext>
            </a:extLst>
          </p:cNvPr>
          <p:cNvSpPr/>
          <p:nvPr/>
        </p:nvSpPr>
        <p:spPr>
          <a:xfrm>
            <a:off x="7230091" y="106136"/>
            <a:ext cx="677636" cy="2857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5C88DF-1EE5-67B7-10DC-C1FA0517080B}"/>
              </a:ext>
            </a:extLst>
          </p:cNvPr>
          <p:cNvSpPr/>
          <p:nvPr/>
        </p:nvSpPr>
        <p:spPr>
          <a:xfrm>
            <a:off x="8176653" y="106136"/>
            <a:ext cx="677636" cy="28575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FA4B68-C5FE-C2C8-0EF3-4016F0B74B13}"/>
              </a:ext>
            </a:extLst>
          </p:cNvPr>
          <p:cNvSpPr/>
          <p:nvPr/>
        </p:nvSpPr>
        <p:spPr>
          <a:xfrm>
            <a:off x="9123215" y="106136"/>
            <a:ext cx="677636" cy="28575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BACCFF-B462-06D1-09C2-FE208C682DBA}"/>
              </a:ext>
            </a:extLst>
          </p:cNvPr>
          <p:cNvSpPr/>
          <p:nvPr/>
        </p:nvSpPr>
        <p:spPr>
          <a:xfrm>
            <a:off x="10069777" y="106136"/>
            <a:ext cx="677636" cy="28575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577746-49D2-F3F8-3384-AA60E53AD546}"/>
              </a:ext>
            </a:extLst>
          </p:cNvPr>
          <p:cNvSpPr/>
          <p:nvPr/>
        </p:nvSpPr>
        <p:spPr>
          <a:xfrm>
            <a:off x="11016342" y="106136"/>
            <a:ext cx="677636" cy="2857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56E3B45-64FF-5829-38E2-AC7F3F09DC90}"/>
              </a:ext>
            </a:extLst>
          </p:cNvPr>
          <p:cNvCxnSpPr>
            <a:cxnSpLocks/>
          </p:cNvCxnSpPr>
          <p:nvPr/>
        </p:nvCxnSpPr>
        <p:spPr>
          <a:xfrm>
            <a:off x="10415675" y="876424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2594E81-C97A-E944-FF9C-1BC24F11ECF0}"/>
              </a:ext>
            </a:extLst>
          </p:cNvPr>
          <p:cNvSpPr txBox="1"/>
          <p:nvPr/>
        </p:nvSpPr>
        <p:spPr>
          <a:xfrm rot="3600000">
            <a:off x="2464734" y="5562543"/>
            <a:ext cx="20890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Hop to new frequency.</a:t>
            </a:r>
          </a:p>
          <a:p>
            <a:r>
              <a:rPr lang="en-US" altLang="zh-TW" sz="1000">
                <a:latin typeface="Consolas" panose="020B0609020204030204" pitchFamily="49" charset="0"/>
              </a:rPr>
              <a:t>Trying a predefined packet.</a:t>
            </a:r>
          </a:p>
          <a:p>
            <a:r>
              <a:rPr lang="en-US" sz="1000">
                <a:latin typeface="Consolas" panose="020B0609020204030204" pitchFamily="49" charset="0"/>
              </a:rPr>
              <a:t>Wait for ACK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FBFC1-7C2B-48C7-675D-9793EF3C7581}"/>
              </a:ext>
            </a:extLst>
          </p:cNvPr>
          <p:cNvSpPr txBox="1"/>
          <p:nvPr/>
        </p:nvSpPr>
        <p:spPr>
          <a:xfrm rot="3600000">
            <a:off x="237797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E0C1896-2900-D4B1-A9D8-4BD5E6BD6B88}"/>
              </a:ext>
            </a:extLst>
          </p:cNvPr>
          <p:cNvCxnSpPr>
            <a:cxnSpLocks/>
          </p:cNvCxnSpPr>
          <p:nvPr/>
        </p:nvCxnSpPr>
        <p:spPr>
          <a:xfrm flipV="1">
            <a:off x="604157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CEE1DF2-255C-D84B-F01E-2B601F834B11}"/>
              </a:ext>
            </a:extLst>
          </p:cNvPr>
          <p:cNvSpPr txBox="1"/>
          <p:nvPr/>
        </p:nvSpPr>
        <p:spPr>
          <a:xfrm>
            <a:off x="137363" y="1233851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Rx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19CB1F-0B7E-7EE3-B69A-0B4085F2DDB9}"/>
              </a:ext>
            </a:extLst>
          </p:cNvPr>
          <p:cNvSpPr txBox="1"/>
          <p:nvPr/>
        </p:nvSpPr>
        <p:spPr>
          <a:xfrm>
            <a:off x="137363" y="4595700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T</a:t>
            </a:r>
            <a:r>
              <a:rPr lang="en-US" sz="1000">
                <a:latin typeface="Consolas" panose="020B0609020204030204" pitchFamily="49" charset="0"/>
              </a:rPr>
              <a:t>x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9EE59DF-4119-EC29-5462-7DF71257F22C}"/>
              </a:ext>
            </a:extLst>
          </p:cNvPr>
          <p:cNvCxnSpPr>
            <a:cxnSpLocks/>
          </p:cNvCxnSpPr>
          <p:nvPr/>
        </p:nvCxnSpPr>
        <p:spPr>
          <a:xfrm>
            <a:off x="841261" y="1488407"/>
            <a:ext cx="266169" cy="333267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78DB082-1745-C1F3-1F96-8D938B268ED2}"/>
              </a:ext>
            </a:extLst>
          </p:cNvPr>
          <p:cNvCxnSpPr>
            <a:cxnSpLocks/>
          </p:cNvCxnSpPr>
          <p:nvPr/>
        </p:nvCxnSpPr>
        <p:spPr>
          <a:xfrm flipV="1">
            <a:off x="1106033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08B760-8E52-5F78-3071-0BFB6542254A}"/>
              </a:ext>
            </a:extLst>
          </p:cNvPr>
          <p:cNvCxnSpPr>
            <a:cxnSpLocks/>
          </p:cNvCxnSpPr>
          <p:nvPr/>
        </p:nvCxnSpPr>
        <p:spPr>
          <a:xfrm>
            <a:off x="1347455" y="1488407"/>
            <a:ext cx="203264" cy="223754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2AFF21C-2670-2A0D-0F01-3357596AB88F}"/>
              </a:ext>
            </a:extLst>
          </p:cNvPr>
          <p:cNvCxnSpPr>
            <a:cxnSpLocks/>
          </p:cNvCxnSpPr>
          <p:nvPr/>
        </p:nvCxnSpPr>
        <p:spPr>
          <a:xfrm flipV="1">
            <a:off x="1988458" y="2341132"/>
            <a:ext cx="168002" cy="2500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ross 51">
            <a:extLst>
              <a:ext uri="{FF2B5EF4-FFF2-40B4-BE49-F238E27FC236}">
                <a16:creationId xmlns:a16="http://schemas.microsoft.com/office/drawing/2014/main" id="{3DBECFB8-452C-2A06-C2A0-677D47A9033D}"/>
              </a:ext>
            </a:extLst>
          </p:cNvPr>
          <p:cNvSpPr/>
          <p:nvPr/>
        </p:nvSpPr>
        <p:spPr>
          <a:xfrm rot="2700000">
            <a:off x="1420219" y="3600688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Cross 53">
            <a:extLst>
              <a:ext uri="{FF2B5EF4-FFF2-40B4-BE49-F238E27FC236}">
                <a16:creationId xmlns:a16="http://schemas.microsoft.com/office/drawing/2014/main" id="{00E2228C-6CA1-8BB8-B02D-05BD88EECE3A}"/>
              </a:ext>
            </a:extLst>
          </p:cNvPr>
          <p:cNvSpPr/>
          <p:nvPr/>
        </p:nvSpPr>
        <p:spPr>
          <a:xfrm rot="2700000">
            <a:off x="2046579" y="2212034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3324540-E2C2-7E40-3B94-3BD8CFDC0815}"/>
              </a:ext>
            </a:extLst>
          </p:cNvPr>
          <p:cNvCxnSpPr>
            <a:cxnSpLocks/>
          </p:cNvCxnSpPr>
          <p:nvPr/>
        </p:nvCxnSpPr>
        <p:spPr>
          <a:xfrm flipH="1">
            <a:off x="9982210" y="871662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917E17E-3B57-107A-D020-518F13F91DB4}"/>
              </a:ext>
            </a:extLst>
          </p:cNvPr>
          <p:cNvCxnSpPr>
            <a:cxnSpLocks/>
          </p:cNvCxnSpPr>
          <p:nvPr/>
        </p:nvCxnSpPr>
        <p:spPr>
          <a:xfrm>
            <a:off x="2362144" y="1356961"/>
            <a:ext cx="0" cy="373013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8261C51-9F01-E96E-CA74-5E1B68F21956}"/>
              </a:ext>
            </a:extLst>
          </p:cNvPr>
          <p:cNvCxnSpPr>
            <a:cxnSpLocks/>
          </p:cNvCxnSpPr>
          <p:nvPr/>
        </p:nvCxnSpPr>
        <p:spPr>
          <a:xfrm>
            <a:off x="604157" y="1152412"/>
            <a:ext cx="0" cy="3934679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A9DC95-0604-BEC2-A732-6CC949861DCE}"/>
              </a:ext>
            </a:extLst>
          </p:cNvPr>
          <p:cNvSpPr txBox="1"/>
          <p:nvPr/>
        </p:nvSpPr>
        <p:spPr>
          <a:xfrm rot="3600000">
            <a:off x="763374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1FA190-37E4-C170-B9E3-82CAD76B03B1}"/>
              </a:ext>
            </a:extLst>
          </p:cNvPr>
          <p:cNvSpPr txBox="1"/>
          <p:nvPr/>
        </p:nvSpPr>
        <p:spPr>
          <a:xfrm rot="3600000">
            <a:off x="1787522" y="5530991"/>
            <a:ext cx="16658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Timeout receiving ACK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BA57E9-57D4-F0FA-8416-FDCF45B75B98}"/>
              </a:ext>
            </a:extLst>
          </p:cNvPr>
          <p:cNvSpPr txBox="1"/>
          <p:nvPr/>
        </p:nvSpPr>
        <p:spPr>
          <a:xfrm>
            <a:off x="1545478" y="584817"/>
            <a:ext cx="2653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Detect Interference</a:t>
            </a:r>
          </a:p>
          <a:p>
            <a:r>
              <a:rPr lang="en-US" sz="1000">
                <a:latin typeface="Consolas" panose="020B0609020204030204" pitchFamily="49" charset="0"/>
              </a:rPr>
              <a:t>Jump to the new frequency and wait.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458D492-2728-D46D-B9E3-ED30096A2D7A}"/>
              </a:ext>
            </a:extLst>
          </p:cNvPr>
          <p:cNvCxnSpPr>
            <a:cxnSpLocks/>
          </p:cNvCxnSpPr>
          <p:nvPr/>
        </p:nvCxnSpPr>
        <p:spPr>
          <a:xfrm flipV="1">
            <a:off x="2366330" y="1488407"/>
            <a:ext cx="465568" cy="33368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6982E61-1649-19C7-E004-2FA437DD536C}"/>
              </a:ext>
            </a:extLst>
          </p:cNvPr>
          <p:cNvCxnSpPr>
            <a:cxnSpLocks/>
          </p:cNvCxnSpPr>
          <p:nvPr/>
        </p:nvCxnSpPr>
        <p:spPr>
          <a:xfrm>
            <a:off x="2836099" y="1471737"/>
            <a:ext cx="569047" cy="334934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9C1D6211-8418-7852-7CD8-DA4D280727F8}"/>
              </a:ext>
            </a:extLst>
          </p:cNvPr>
          <p:cNvSpPr txBox="1"/>
          <p:nvPr/>
        </p:nvSpPr>
        <p:spPr>
          <a:xfrm>
            <a:off x="2838305" y="1014424"/>
            <a:ext cx="18069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Receive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Must be successful.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F69CBA0-8B24-030D-6531-92B19C5E5402}"/>
              </a:ext>
            </a:extLst>
          </p:cNvPr>
          <p:cNvSpPr txBox="1"/>
          <p:nvPr/>
        </p:nvSpPr>
        <p:spPr>
          <a:xfrm rot="3600000">
            <a:off x="3076871" y="5625632"/>
            <a:ext cx="2089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Receive ACK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Must be successful.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6366121-5040-3053-769D-0FF8F60D823E}"/>
              </a:ext>
            </a:extLst>
          </p:cNvPr>
          <p:cNvSpPr/>
          <p:nvPr/>
        </p:nvSpPr>
        <p:spPr>
          <a:xfrm>
            <a:off x="5045769" y="1492688"/>
            <a:ext cx="1755141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97801B4-AE4E-A23F-04BC-CF16DD55D2EE}"/>
              </a:ext>
            </a:extLst>
          </p:cNvPr>
          <p:cNvSpPr/>
          <p:nvPr/>
        </p:nvSpPr>
        <p:spPr>
          <a:xfrm>
            <a:off x="5989492" y="1480071"/>
            <a:ext cx="1854428" cy="15011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D91494A-2BE6-739C-E450-45B53547D1D5}"/>
              </a:ext>
            </a:extLst>
          </p:cNvPr>
          <p:cNvSpPr/>
          <p:nvPr/>
        </p:nvSpPr>
        <p:spPr>
          <a:xfrm>
            <a:off x="6805112" y="2973592"/>
            <a:ext cx="1038808" cy="18558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6E2F9A-7C4B-CBFA-F6F4-5D749FC14043}"/>
              </a:ext>
            </a:extLst>
          </p:cNvPr>
          <p:cNvSpPr txBox="1"/>
          <p:nvPr/>
        </p:nvSpPr>
        <p:spPr>
          <a:xfrm rot="3600000">
            <a:off x="6903507" y="5562543"/>
            <a:ext cx="20890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Hop to new frequency.</a:t>
            </a:r>
          </a:p>
          <a:p>
            <a:r>
              <a:rPr lang="en-US" altLang="zh-TW" sz="1000">
                <a:latin typeface="Consolas" panose="020B0609020204030204" pitchFamily="49" charset="0"/>
              </a:rPr>
              <a:t>Trying a predefined packet.</a:t>
            </a:r>
          </a:p>
          <a:p>
            <a:r>
              <a:rPr lang="en-US" sz="1000">
                <a:latin typeface="Consolas" panose="020B0609020204030204" pitchFamily="49" charset="0"/>
              </a:rPr>
              <a:t>Wait for ACK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5AD266-606A-11B1-8AFC-0E4CEF66C4D8}"/>
              </a:ext>
            </a:extLst>
          </p:cNvPr>
          <p:cNvSpPr txBox="1"/>
          <p:nvPr/>
        </p:nvSpPr>
        <p:spPr>
          <a:xfrm rot="3600000">
            <a:off x="4676570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3C5CDBB-F759-9652-9295-2AF37F04DBDC}"/>
              </a:ext>
            </a:extLst>
          </p:cNvPr>
          <p:cNvCxnSpPr>
            <a:cxnSpLocks/>
          </p:cNvCxnSpPr>
          <p:nvPr/>
        </p:nvCxnSpPr>
        <p:spPr>
          <a:xfrm flipV="1">
            <a:off x="5042930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3BAA41F-97A0-19F9-19BB-F4A8D1287D87}"/>
              </a:ext>
            </a:extLst>
          </p:cNvPr>
          <p:cNvCxnSpPr>
            <a:cxnSpLocks/>
          </p:cNvCxnSpPr>
          <p:nvPr/>
        </p:nvCxnSpPr>
        <p:spPr>
          <a:xfrm>
            <a:off x="5280034" y="1488407"/>
            <a:ext cx="266169" cy="333267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446C6AF-576D-D389-238A-DFDFADBD3ED3}"/>
              </a:ext>
            </a:extLst>
          </p:cNvPr>
          <p:cNvCxnSpPr>
            <a:cxnSpLocks/>
          </p:cNvCxnSpPr>
          <p:nvPr/>
        </p:nvCxnSpPr>
        <p:spPr>
          <a:xfrm flipV="1">
            <a:off x="5544806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2753FD6-4081-F178-FD0A-0F4290788F75}"/>
              </a:ext>
            </a:extLst>
          </p:cNvPr>
          <p:cNvCxnSpPr>
            <a:cxnSpLocks/>
          </p:cNvCxnSpPr>
          <p:nvPr/>
        </p:nvCxnSpPr>
        <p:spPr>
          <a:xfrm>
            <a:off x="5786228" y="1488407"/>
            <a:ext cx="203264" cy="223754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D94DE52-DC26-FC98-6E95-E6E0F66DFC7B}"/>
              </a:ext>
            </a:extLst>
          </p:cNvPr>
          <p:cNvCxnSpPr>
            <a:cxnSpLocks/>
          </p:cNvCxnSpPr>
          <p:nvPr/>
        </p:nvCxnSpPr>
        <p:spPr>
          <a:xfrm flipV="1">
            <a:off x="6427231" y="2341132"/>
            <a:ext cx="168002" cy="2500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ross 86">
            <a:extLst>
              <a:ext uri="{FF2B5EF4-FFF2-40B4-BE49-F238E27FC236}">
                <a16:creationId xmlns:a16="http://schemas.microsoft.com/office/drawing/2014/main" id="{CCE02CA9-BF88-72D1-A433-F9623652E7F3}"/>
              </a:ext>
            </a:extLst>
          </p:cNvPr>
          <p:cNvSpPr/>
          <p:nvPr/>
        </p:nvSpPr>
        <p:spPr>
          <a:xfrm rot="2700000">
            <a:off x="5858992" y="3600688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Cross 87">
            <a:extLst>
              <a:ext uri="{FF2B5EF4-FFF2-40B4-BE49-F238E27FC236}">
                <a16:creationId xmlns:a16="http://schemas.microsoft.com/office/drawing/2014/main" id="{28CDF4A1-9EFB-710E-0983-3C2AC3BC3D40}"/>
              </a:ext>
            </a:extLst>
          </p:cNvPr>
          <p:cNvSpPr/>
          <p:nvPr/>
        </p:nvSpPr>
        <p:spPr>
          <a:xfrm rot="2700000">
            <a:off x="6485352" y="2212034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02E015A-33EC-1A03-0AB3-31C18ADF22B5}"/>
              </a:ext>
            </a:extLst>
          </p:cNvPr>
          <p:cNvCxnSpPr>
            <a:cxnSpLocks/>
          </p:cNvCxnSpPr>
          <p:nvPr/>
        </p:nvCxnSpPr>
        <p:spPr>
          <a:xfrm>
            <a:off x="6800917" y="1356961"/>
            <a:ext cx="0" cy="373013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861120C-40E3-0709-9384-A07D9D5DF284}"/>
              </a:ext>
            </a:extLst>
          </p:cNvPr>
          <p:cNvCxnSpPr>
            <a:cxnSpLocks/>
          </p:cNvCxnSpPr>
          <p:nvPr/>
        </p:nvCxnSpPr>
        <p:spPr>
          <a:xfrm>
            <a:off x="5042930" y="1152412"/>
            <a:ext cx="0" cy="3934679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00C95DD-5146-A13C-E995-C5C263C07668}"/>
              </a:ext>
            </a:extLst>
          </p:cNvPr>
          <p:cNvSpPr txBox="1"/>
          <p:nvPr/>
        </p:nvSpPr>
        <p:spPr>
          <a:xfrm rot="3600000">
            <a:off x="5202147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06A245-01E0-849E-5911-B84F89C6CDB7}"/>
              </a:ext>
            </a:extLst>
          </p:cNvPr>
          <p:cNvSpPr txBox="1"/>
          <p:nvPr/>
        </p:nvSpPr>
        <p:spPr>
          <a:xfrm rot="3600000">
            <a:off x="6226295" y="5530991"/>
            <a:ext cx="16658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Timeout receiving ACK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743336-0CE4-BC62-BB38-9C2FAD5E1E14}"/>
              </a:ext>
            </a:extLst>
          </p:cNvPr>
          <p:cNvSpPr txBox="1"/>
          <p:nvPr/>
        </p:nvSpPr>
        <p:spPr>
          <a:xfrm>
            <a:off x="5984251" y="584817"/>
            <a:ext cx="2653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Detect Interference</a:t>
            </a:r>
          </a:p>
          <a:p>
            <a:r>
              <a:rPr lang="en-US" sz="1000">
                <a:latin typeface="Consolas" panose="020B0609020204030204" pitchFamily="49" charset="0"/>
              </a:rPr>
              <a:t>Jump to the new frequency and wait.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0FC24CE-B15A-4544-B7D9-39E111E79C79}"/>
              </a:ext>
            </a:extLst>
          </p:cNvPr>
          <p:cNvCxnSpPr>
            <a:cxnSpLocks/>
          </p:cNvCxnSpPr>
          <p:nvPr/>
        </p:nvCxnSpPr>
        <p:spPr>
          <a:xfrm flipV="1">
            <a:off x="6805103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0F34AF91-369E-F986-8815-731D0E32CD4A}"/>
              </a:ext>
            </a:extLst>
          </p:cNvPr>
          <p:cNvSpPr txBox="1"/>
          <p:nvPr/>
        </p:nvSpPr>
        <p:spPr>
          <a:xfrm>
            <a:off x="7156499" y="930493"/>
            <a:ext cx="22300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Don’t receive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Might be failed.</a:t>
            </a:r>
          </a:p>
          <a:p>
            <a:r>
              <a:rPr lang="en-US" sz="1000">
                <a:latin typeface="Consolas" panose="020B0609020204030204" pitchFamily="49" charset="0"/>
              </a:rPr>
              <a:t>Return to last channel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0192BEE-1526-C564-92C7-5B6E22B18722}"/>
              </a:ext>
            </a:extLst>
          </p:cNvPr>
          <p:cNvSpPr txBox="1"/>
          <p:nvPr/>
        </p:nvSpPr>
        <p:spPr>
          <a:xfrm rot="3600000">
            <a:off x="7304048" y="5625632"/>
            <a:ext cx="2512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Not receiving ACK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Might be failed.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FB4B619-41C4-0049-55EA-A13D9CD6538B}"/>
              </a:ext>
            </a:extLst>
          </p:cNvPr>
          <p:cNvCxnSpPr>
            <a:cxnSpLocks/>
          </p:cNvCxnSpPr>
          <p:nvPr/>
        </p:nvCxnSpPr>
        <p:spPr>
          <a:xfrm flipH="1">
            <a:off x="371673" y="1480072"/>
            <a:ext cx="11322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0D1005-1AB2-EA08-12F8-976703C2C65A}"/>
              </a:ext>
            </a:extLst>
          </p:cNvPr>
          <p:cNvCxnSpPr>
            <a:cxnSpLocks/>
          </p:cNvCxnSpPr>
          <p:nvPr/>
        </p:nvCxnSpPr>
        <p:spPr>
          <a:xfrm flipH="1">
            <a:off x="371673" y="4825252"/>
            <a:ext cx="11322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Cross 98">
            <a:extLst>
              <a:ext uri="{FF2B5EF4-FFF2-40B4-BE49-F238E27FC236}">
                <a16:creationId xmlns:a16="http://schemas.microsoft.com/office/drawing/2014/main" id="{153A21DF-F32B-B47D-48C6-ACD82E5F7420}"/>
              </a:ext>
            </a:extLst>
          </p:cNvPr>
          <p:cNvSpPr/>
          <p:nvPr/>
        </p:nvSpPr>
        <p:spPr>
          <a:xfrm rot="2700000">
            <a:off x="7060616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1BD21D9-B806-0E88-E263-97A0D6F1EB0D}"/>
              </a:ext>
            </a:extLst>
          </p:cNvPr>
          <p:cNvCxnSpPr>
            <a:cxnSpLocks/>
          </p:cNvCxnSpPr>
          <p:nvPr/>
        </p:nvCxnSpPr>
        <p:spPr>
          <a:xfrm flipV="1">
            <a:off x="7149575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Cross 102">
            <a:extLst>
              <a:ext uri="{FF2B5EF4-FFF2-40B4-BE49-F238E27FC236}">
                <a16:creationId xmlns:a16="http://schemas.microsoft.com/office/drawing/2014/main" id="{81198DE9-08C5-36D6-1CFF-7BE50898BCB6}"/>
              </a:ext>
            </a:extLst>
          </p:cNvPr>
          <p:cNvSpPr/>
          <p:nvPr/>
        </p:nvSpPr>
        <p:spPr>
          <a:xfrm rot="2700000">
            <a:off x="7405088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E3EE5732-E8BC-A583-9633-E5DB077068E2}"/>
              </a:ext>
            </a:extLst>
          </p:cNvPr>
          <p:cNvCxnSpPr>
            <a:cxnSpLocks/>
          </p:cNvCxnSpPr>
          <p:nvPr/>
        </p:nvCxnSpPr>
        <p:spPr>
          <a:xfrm flipV="1">
            <a:off x="7417707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ross 104">
            <a:extLst>
              <a:ext uri="{FF2B5EF4-FFF2-40B4-BE49-F238E27FC236}">
                <a16:creationId xmlns:a16="http://schemas.microsoft.com/office/drawing/2014/main" id="{23393508-A1FD-3B7D-3A69-3DD33F06BFD4}"/>
              </a:ext>
            </a:extLst>
          </p:cNvPr>
          <p:cNvSpPr/>
          <p:nvPr/>
        </p:nvSpPr>
        <p:spPr>
          <a:xfrm rot="2700000">
            <a:off x="7673220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0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ControlType: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“Hold”)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283242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“Hold”)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Free)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2466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ControlType: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“Hold”)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283242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“Hold”)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Free)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22037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12">
            <a:extLst>
              <a:ext uri="{FF2B5EF4-FFF2-40B4-BE49-F238E27FC236}">
                <a16:creationId xmlns:a16="http://schemas.microsoft.com/office/drawing/2014/main" id="{B730F0C3-3304-46C7-B49D-70449D1987B4}"/>
              </a:ext>
            </a:extLst>
          </p:cNvPr>
          <p:cNvSpPr/>
          <p:nvPr/>
        </p:nvSpPr>
        <p:spPr>
          <a:xfrm>
            <a:off x="5229346" y="1355271"/>
            <a:ext cx="2947307" cy="15430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189291" y="480903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2">
            <a:extLst>
              <a:ext uri="{FF2B5EF4-FFF2-40B4-BE49-F238E27FC236}">
                <a16:creationId xmlns:a16="http://schemas.microsoft.com/office/drawing/2014/main" id="{41C4766C-0455-08C9-F8B2-3951066B28C4}"/>
              </a:ext>
            </a:extLst>
          </p:cNvPr>
          <p:cNvSpPr/>
          <p:nvPr/>
        </p:nvSpPr>
        <p:spPr>
          <a:xfrm>
            <a:off x="1712024" y="1355271"/>
            <a:ext cx="2947307" cy="15430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44F43F-6496-6279-5474-91731DE7CD0E}"/>
              </a:ext>
            </a:extLst>
          </p:cNvPr>
          <p:cNvSpPr txBox="1"/>
          <p:nvPr/>
        </p:nvSpPr>
        <p:spPr>
          <a:xfrm>
            <a:off x="1829296" y="985939"/>
            <a:ext cx="146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Gnuradio - TX</a:t>
            </a:r>
            <a:endParaRPr lang="zh-TW" altLang="en-US"/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CDC0018B-6852-97E7-6201-CD63F7C10E9D}"/>
              </a:ext>
            </a:extLst>
          </p:cNvPr>
          <p:cNvSpPr/>
          <p:nvPr/>
        </p:nvSpPr>
        <p:spPr>
          <a:xfrm>
            <a:off x="1829296" y="1857374"/>
            <a:ext cx="851561" cy="538843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redis-source</a:t>
            </a:r>
          </a:p>
        </p:txBody>
      </p:sp>
      <p:sp>
        <p:nvSpPr>
          <p:cNvPr id="20" name="Rectangle 13">
            <a:extLst>
              <a:ext uri="{FF2B5EF4-FFF2-40B4-BE49-F238E27FC236}">
                <a16:creationId xmlns:a16="http://schemas.microsoft.com/office/drawing/2014/main" id="{F7F5F60C-E671-4D73-BF66-53835DB13DD4}"/>
              </a:ext>
            </a:extLst>
          </p:cNvPr>
          <p:cNvSpPr/>
          <p:nvPr/>
        </p:nvSpPr>
        <p:spPr>
          <a:xfrm>
            <a:off x="7217471" y="1857373"/>
            <a:ext cx="851561" cy="538843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redis-sink</a:t>
            </a:r>
          </a:p>
        </p:txBody>
      </p:sp>
      <p:sp>
        <p:nvSpPr>
          <p:cNvPr id="21" name="Rectangle 14">
            <a:extLst>
              <a:ext uri="{FF2B5EF4-FFF2-40B4-BE49-F238E27FC236}">
                <a16:creationId xmlns:a16="http://schemas.microsoft.com/office/drawing/2014/main" id="{A48E5A71-D7D1-27DF-176C-32DA98233148}"/>
              </a:ext>
            </a:extLst>
          </p:cNvPr>
          <p:cNvSpPr/>
          <p:nvPr/>
        </p:nvSpPr>
        <p:spPr>
          <a:xfrm>
            <a:off x="1564052" y="4475639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Transmission agent</a:t>
            </a:r>
          </a:p>
        </p:txBody>
      </p:sp>
      <p:sp>
        <p:nvSpPr>
          <p:cNvPr id="22" name="Rectangle 14">
            <a:extLst>
              <a:ext uri="{FF2B5EF4-FFF2-40B4-BE49-F238E27FC236}">
                <a16:creationId xmlns:a16="http://schemas.microsoft.com/office/drawing/2014/main" id="{CE438DE4-57E6-300C-35F2-3BF7954B0AC3}"/>
              </a:ext>
            </a:extLst>
          </p:cNvPr>
          <p:cNvSpPr/>
          <p:nvPr/>
        </p:nvSpPr>
        <p:spPr>
          <a:xfrm>
            <a:off x="4098472" y="4475639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Queue agent</a:t>
            </a:r>
          </a:p>
        </p:txBody>
      </p:sp>
      <p:sp>
        <p:nvSpPr>
          <p:cNvPr id="23" name="Rectangle 14">
            <a:extLst>
              <a:ext uri="{FF2B5EF4-FFF2-40B4-BE49-F238E27FC236}">
                <a16:creationId xmlns:a16="http://schemas.microsoft.com/office/drawing/2014/main" id="{C2AB0019-E5AB-22CF-12D8-60FD18B424EC}"/>
              </a:ext>
            </a:extLst>
          </p:cNvPr>
          <p:cNvSpPr/>
          <p:nvPr/>
        </p:nvSpPr>
        <p:spPr>
          <a:xfrm>
            <a:off x="6581624" y="4475639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Action agent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EC31F4-32B5-692C-B339-05DD0E7AA0E1}"/>
              </a:ext>
            </a:extLst>
          </p:cNvPr>
          <p:cNvSpPr txBox="1"/>
          <p:nvPr/>
        </p:nvSpPr>
        <p:spPr>
          <a:xfrm>
            <a:off x="5295155" y="985939"/>
            <a:ext cx="147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Gnuradio - RX</a:t>
            </a:r>
            <a:endParaRPr lang="zh-TW" altLang="en-US"/>
          </a:p>
        </p:txBody>
      </p:sp>
      <p:sp>
        <p:nvSpPr>
          <p:cNvPr id="26" name="Rectangle 15">
            <a:extLst>
              <a:ext uri="{FF2B5EF4-FFF2-40B4-BE49-F238E27FC236}">
                <a16:creationId xmlns:a16="http://schemas.microsoft.com/office/drawing/2014/main" id="{D03BAC28-A18E-DEBB-7E74-46FD8A312711}"/>
              </a:ext>
            </a:extLst>
          </p:cNvPr>
          <p:cNvSpPr/>
          <p:nvPr/>
        </p:nvSpPr>
        <p:spPr>
          <a:xfrm>
            <a:off x="3927885" y="1959428"/>
            <a:ext cx="677636" cy="33473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Antenna</a:t>
            </a:r>
          </a:p>
        </p:txBody>
      </p:sp>
      <p:sp>
        <p:nvSpPr>
          <p:cNvPr id="27" name="Rectangle 15">
            <a:extLst>
              <a:ext uri="{FF2B5EF4-FFF2-40B4-BE49-F238E27FC236}">
                <a16:creationId xmlns:a16="http://schemas.microsoft.com/office/drawing/2014/main" id="{CF594790-9AD3-8A80-8F24-21EB0806A908}"/>
              </a:ext>
            </a:extLst>
          </p:cNvPr>
          <p:cNvSpPr/>
          <p:nvPr/>
        </p:nvSpPr>
        <p:spPr>
          <a:xfrm>
            <a:off x="5309750" y="1959428"/>
            <a:ext cx="677636" cy="33473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Antenna</a:t>
            </a:r>
          </a:p>
        </p:txBody>
      </p:sp>
      <p:cxnSp>
        <p:nvCxnSpPr>
          <p:cNvPr id="28" name="Straight Arrow Connector 21">
            <a:extLst>
              <a:ext uri="{FF2B5EF4-FFF2-40B4-BE49-F238E27FC236}">
                <a16:creationId xmlns:a16="http://schemas.microsoft.com/office/drawing/2014/main" id="{3B3809FF-1E9B-C63E-F6B1-9F68070DCC8A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>
            <a:off x="2680857" y="2126796"/>
            <a:ext cx="1247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21">
            <a:extLst>
              <a:ext uri="{FF2B5EF4-FFF2-40B4-BE49-F238E27FC236}">
                <a16:creationId xmlns:a16="http://schemas.microsoft.com/office/drawing/2014/main" id="{9A39F776-1C10-FF77-8609-280C0E188BDB}"/>
              </a:ext>
            </a:extLst>
          </p:cNvPr>
          <p:cNvCxnSpPr>
            <a:cxnSpLocks/>
            <a:stCxn id="27" idx="3"/>
            <a:endCxn id="20" idx="1"/>
          </p:cNvCxnSpPr>
          <p:nvPr/>
        </p:nvCxnSpPr>
        <p:spPr>
          <a:xfrm flipV="1">
            <a:off x="5987386" y="2126795"/>
            <a:ext cx="123008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6F0197FB-6DB1-2ED6-E46C-070FE372EB8F}"/>
              </a:ext>
            </a:extLst>
          </p:cNvPr>
          <p:cNvSpPr/>
          <p:nvPr/>
        </p:nvSpPr>
        <p:spPr>
          <a:xfrm>
            <a:off x="301705" y="3117144"/>
            <a:ext cx="9127671" cy="56655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Consolas" panose="020B0609020204030204" pitchFamily="49" charset="0"/>
              </a:rPr>
              <a:t>redis-db</a:t>
            </a:r>
          </a:p>
        </p:txBody>
      </p:sp>
      <p:cxnSp>
        <p:nvCxnSpPr>
          <p:cNvPr id="40" name="Straight Arrow Connector 21">
            <a:extLst>
              <a:ext uri="{FF2B5EF4-FFF2-40B4-BE49-F238E27FC236}">
                <a16:creationId xmlns:a16="http://schemas.microsoft.com/office/drawing/2014/main" id="{D3532708-0CB5-FC17-A475-9CA9584ACC38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2255077" y="2396217"/>
            <a:ext cx="0" cy="836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21">
            <a:extLst>
              <a:ext uri="{FF2B5EF4-FFF2-40B4-BE49-F238E27FC236}">
                <a16:creationId xmlns:a16="http://schemas.microsoft.com/office/drawing/2014/main" id="{9863C61C-56CF-823B-A14F-AE3F29382E9A}"/>
              </a:ext>
            </a:extLst>
          </p:cNvPr>
          <p:cNvCxnSpPr>
            <a:cxnSpLocks/>
          </p:cNvCxnSpPr>
          <p:nvPr/>
        </p:nvCxnSpPr>
        <p:spPr>
          <a:xfrm>
            <a:off x="7692491" y="2396216"/>
            <a:ext cx="0" cy="7209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B76B19-4234-0064-13BD-BE259C8D86EF}"/>
              </a:ext>
            </a:extLst>
          </p:cNvPr>
          <p:cNvSpPr txBox="1"/>
          <p:nvPr/>
        </p:nvSpPr>
        <p:spPr>
          <a:xfrm>
            <a:off x="7696300" y="2932478"/>
            <a:ext cx="1316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changes key</a:t>
            </a:r>
            <a:endParaRPr lang="zh-TW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7BAB43-047A-1EB0-8950-0A8882493F74}"/>
              </a:ext>
            </a:extLst>
          </p:cNvPr>
          <p:cNvSpPr txBox="1"/>
          <p:nvPr/>
        </p:nvSpPr>
        <p:spPr>
          <a:xfrm>
            <a:off x="753540" y="2511304"/>
            <a:ext cx="1544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key is changed</a:t>
            </a:r>
            <a:endParaRPr lang="zh-TW" altLang="en-US">
              <a:solidFill>
                <a:srgbClr val="FF0000"/>
              </a:solidFill>
            </a:endParaRPr>
          </a:p>
        </p:txBody>
      </p:sp>
      <p:cxnSp>
        <p:nvCxnSpPr>
          <p:cNvPr id="49" name="Straight Arrow Connector 21">
            <a:extLst>
              <a:ext uri="{FF2B5EF4-FFF2-40B4-BE49-F238E27FC236}">
                <a16:creationId xmlns:a16="http://schemas.microsoft.com/office/drawing/2014/main" id="{9639B391-4D8F-0F19-EDD7-33732117C89A}"/>
              </a:ext>
            </a:extLst>
          </p:cNvPr>
          <p:cNvCxnSpPr>
            <a:cxnSpLocks/>
          </p:cNvCxnSpPr>
          <p:nvPr/>
        </p:nvCxnSpPr>
        <p:spPr>
          <a:xfrm>
            <a:off x="7692491" y="3323237"/>
            <a:ext cx="0" cy="7209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21">
            <a:extLst>
              <a:ext uri="{FF2B5EF4-FFF2-40B4-BE49-F238E27FC236}">
                <a16:creationId xmlns:a16="http://schemas.microsoft.com/office/drawing/2014/main" id="{20E4F47E-E064-9DEF-6FD7-A6018BB4AE3A}"/>
              </a:ext>
            </a:extLst>
          </p:cNvPr>
          <p:cNvCxnSpPr>
            <a:cxnSpLocks/>
          </p:cNvCxnSpPr>
          <p:nvPr/>
        </p:nvCxnSpPr>
        <p:spPr>
          <a:xfrm flipV="1">
            <a:off x="2255077" y="3406975"/>
            <a:ext cx="0" cy="5363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B22DA82-F7F9-137A-6E13-72B253BE1034}"/>
              </a:ext>
            </a:extLst>
          </p:cNvPr>
          <p:cNvSpPr txBox="1"/>
          <p:nvPr/>
        </p:nvSpPr>
        <p:spPr>
          <a:xfrm>
            <a:off x="911584" y="3644200"/>
            <a:ext cx="1316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changes key</a:t>
            </a:r>
            <a:endParaRPr lang="zh-TW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D0A7EE-17A9-C8D4-1300-121A6340C428}"/>
              </a:ext>
            </a:extLst>
          </p:cNvPr>
          <p:cNvSpPr txBox="1"/>
          <p:nvPr/>
        </p:nvSpPr>
        <p:spPr>
          <a:xfrm>
            <a:off x="7788735" y="3758684"/>
            <a:ext cx="1544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key is changed</a:t>
            </a:r>
            <a:endParaRPr lang="zh-TW" altLang="en-US">
              <a:solidFill>
                <a:srgbClr val="FF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5810E-5704-DEBC-760E-F39DC3BC0DD9}"/>
              </a:ext>
            </a:extLst>
          </p:cNvPr>
          <p:cNvSpPr txBox="1"/>
          <p:nvPr/>
        </p:nvSpPr>
        <p:spPr>
          <a:xfrm>
            <a:off x="568897" y="1735694"/>
            <a:ext cx="858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Trans:*</a:t>
            </a:r>
            <a:endParaRPr lang="zh-TW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2382E1-7A39-7988-58AE-1BEDB4D5DD90}"/>
              </a:ext>
            </a:extLst>
          </p:cNvPr>
          <p:cNvSpPr txBox="1"/>
          <p:nvPr/>
        </p:nvSpPr>
        <p:spPr>
          <a:xfrm>
            <a:off x="8761633" y="572312"/>
            <a:ext cx="219175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RFSYSTEM:STATE</a:t>
            </a:r>
          </a:p>
          <a:p>
            <a:r>
              <a:rPr lang="en-US" altLang="zh-TW"/>
              <a:t>NEW:FREQ:ACK</a:t>
            </a:r>
          </a:p>
          <a:p>
            <a:r>
              <a:rPr lang="en-US" altLang="zh-TW"/>
              <a:t>FAIL:ACK:NUM</a:t>
            </a:r>
          </a:p>
          <a:p>
            <a:r>
              <a:rPr lang="en-US" altLang="zh-TW"/>
              <a:t>TRANS:ACK</a:t>
            </a:r>
          </a:p>
          <a:p>
            <a:r>
              <a:rPr lang="en-US" altLang="zh-TW">
                <a:solidFill>
                  <a:srgbClr val="FF0000"/>
                </a:solidFill>
              </a:rPr>
              <a:t>SYSTEM:ACTION:HOP</a:t>
            </a:r>
          </a:p>
          <a:p>
            <a:r>
              <a:rPr lang="en-US" altLang="zh-TW">
                <a:solidFill>
                  <a:srgbClr val="FF0000"/>
                </a:solidFill>
              </a:rPr>
              <a:t>SYSTEM:ACTION:CSI</a:t>
            </a:r>
          </a:p>
          <a:p>
            <a:r>
              <a:rPr lang="en-US" altLang="zh-TW"/>
              <a:t>RFDEVICE:STATE</a:t>
            </a:r>
          </a:p>
          <a:p>
            <a:r>
              <a:rPr lang="en-US" altLang="zh-TW"/>
              <a:t>CSI:{timestamp}</a:t>
            </a:r>
            <a:endParaRPr lang="zh-TW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7C6713-D012-09AE-C71C-939FB472C412}"/>
              </a:ext>
            </a:extLst>
          </p:cNvPr>
          <p:cNvSpPr txBox="1"/>
          <p:nvPr/>
        </p:nvSpPr>
        <p:spPr>
          <a:xfrm>
            <a:off x="6401514" y="5064729"/>
            <a:ext cx="161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AGENT:ACTION</a:t>
            </a:r>
            <a:endParaRPr lang="zh-TW" alt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D0BA5CA-D718-E6B7-26F9-EECB3E63B8D5}"/>
              </a:ext>
            </a:extLst>
          </p:cNvPr>
          <p:cNvSpPr/>
          <p:nvPr/>
        </p:nvSpPr>
        <p:spPr>
          <a:xfrm>
            <a:off x="301705" y="5579480"/>
            <a:ext cx="9127671" cy="326537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Consolas" panose="020B0609020204030204" pitchFamily="49" charset="0"/>
              </a:rPr>
              <a:t>cmd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9ECD9D-7B27-32E9-FC0B-D82C2D53B8F8}"/>
              </a:ext>
            </a:extLst>
          </p:cNvPr>
          <p:cNvSpPr txBox="1"/>
          <p:nvPr/>
        </p:nvSpPr>
        <p:spPr>
          <a:xfrm>
            <a:off x="2133000" y="6034888"/>
            <a:ext cx="6125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&gt; redis-cli set QUEUE:ACTION:TRANS message-1 (10,000 times)</a:t>
            </a:r>
            <a:endParaRPr lang="zh-TW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58A598-F411-6D6A-E678-58D4A0744579}"/>
              </a:ext>
            </a:extLst>
          </p:cNvPr>
          <p:cNvSpPr txBox="1"/>
          <p:nvPr/>
        </p:nvSpPr>
        <p:spPr>
          <a:xfrm>
            <a:off x="1410663" y="5064729"/>
            <a:ext cx="1507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AGENT:TRANS</a:t>
            </a:r>
            <a:endParaRPr lang="zh-TW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0BF7F26-DBD8-6DB0-8738-00168D7B2D9E}"/>
              </a:ext>
            </a:extLst>
          </p:cNvPr>
          <p:cNvSpPr txBox="1"/>
          <p:nvPr/>
        </p:nvSpPr>
        <p:spPr>
          <a:xfrm>
            <a:off x="3927885" y="5064729"/>
            <a:ext cx="1557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AGENT:QUEUE</a:t>
            </a:r>
            <a:endParaRPr lang="zh-TW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70A790-3484-DED6-CB9E-1813B12E1A64}"/>
              </a:ext>
            </a:extLst>
          </p:cNvPr>
          <p:cNvSpPr txBox="1"/>
          <p:nvPr/>
        </p:nvSpPr>
        <p:spPr>
          <a:xfrm>
            <a:off x="6401514" y="4134707"/>
            <a:ext cx="189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SYSTEM:ACTION:*</a:t>
            </a:r>
            <a:endParaRPr lang="zh-TW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D68EBD-5B96-8826-AD96-70215A5F9F34}"/>
              </a:ext>
            </a:extLst>
          </p:cNvPr>
          <p:cNvSpPr txBox="1"/>
          <p:nvPr/>
        </p:nvSpPr>
        <p:spPr>
          <a:xfrm>
            <a:off x="1410663" y="4134707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TRANSMISSION</a:t>
            </a:r>
            <a:endParaRPr lang="zh-TW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D6B859C-E134-68D9-AB70-D2CBB2AFE7D6}"/>
              </a:ext>
            </a:extLst>
          </p:cNvPr>
          <p:cNvSpPr txBox="1"/>
          <p:nvPr/>
        </p:nvSpPr>
        <p:spPr>
          <a:xfrm>
            <a:off x="3722966" y="4134707"/>
            <a:ext cx="1966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QUEUE:LIST:TRANS</a:t>
            </a:r>
            <a:endParaRPr lang="zh-TW" altLang="en-US"/>
          </a:p>
        </p:txBody>
      </p:sp>
      <p:cxnSp>
        <p:nvCxnSpPr>
          <p:cNvPr id="65" name="Straight Arrow Connector 21">
            <a:extLst>
              <a:ext uri="{FF2B5EF4-FFF2-40B4-BE49-F238E27FC236}">
                <a16:creationId xmlns:a16="http://schemas.microsoft.com/office/drawing/2014/main" id="{CD21902D-A10E-C1BF-E4A6-5A4F77D36501}"/>
              </a:ext>
            </a:extLst>
          </p:cNvPr>
          <p:cNvCxnSpPr>
            <a:cxnSpLocks/>
          </p:cNvCxnSpPr>
          <p:nvPr/>
        </p:nvCxnSpPr>
        <p:spPr>
          <a:xfrm flipH="1">
            <a:off x="7617279" y="2204357"/>
            <a:ext cx="2865664" cy="25309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741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8CE2026-D979-FAED-E052-4FA17309BEA2}"/>
              </a:ext>
            </a:extLst>
          </p:cNvPr>
          <p:cNvSpPr/>
          <p:nvPr/>
        </p:nvSpPr>
        <p:spPr>
          <a:xfrm>
            <a:off x="6781895" y="2700766"/>
            <a:ext cx="3414773" cy="56655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Consolas" panose="020B0609020204030204" pitchFamily="49" charset="0"/>
              </a:rPr>
              <a:t>redis-db RX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E47D7E-A6F2-6A2E-7787-89E5463B7AFC}"/>
              </a:ext>
            </a:extLst>
          </p:cNvPr>
          <p:cNvSpPr/>
          <p:nvPr/>
        </p:nvSpPr>
        <p:spPr>
          <a:xfrm>
            <a:off x="719054" y="2700766"/>
            <a:ext cx="3414773" cy="56655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latin typeface="Consolas" panose="020B0609020204030204" pitchFamily="49" charset="0"/>
              </a:rPr>
              <a:t>redis-db TX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3B3ACD-6218-070E-DE69-BDC4C2550655}"/>
              </a:ext>
            </a:extLst>
          </p:cNvPr>
          <p:cNvSpPr txBox="1"/>
          <p:nvPr/>
        </p:nvSpPr>
        <p:spPr>
          <a:xfrm>
            <a:off x="1829296" y="925062"/>
            <a:ext cx="146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Gnuradio - TX</a:t>
            </a:r>
            <a:endParaRPr lang="zh-TW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C0F9FF-4998-2ACE-A334-54449635E2D5}"/>
              </a:ext>
            </a:extLst>
          </p:cNvPr>
          <p:cNvSpPr txBox="1"/>
          <p:nvPr/>
        </p:nvSpPr>
        <p:spPr>
          <a:xfrm>
            <a:off x="1816472" y="1294394"/>
            <a:ext cx="147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Gnuradio - RX</a:t>
            </a:r>
            <a:endParaRPr lang="zh-TW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D0789E-F51C-5E30-9C2E-965D12BBE273}"/>
              </a:ext>
            </a:extLst>
          </p:cNvPr>
          <p:cNvSpPr txBox="1"/>
          <p:nvPr/>
        </p:nvSpPr>
        <p:spPr>
          <a:xfrm>
            <a:off x="7576883" y="925062"/>
            <a:ext cx="146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Gnuradio - TX</a:t>
            </a:r>
            <a:endParaRPr lang="zh-TW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4EA260-DEBE-4D59-1D5A-68A40CED87C5}"/>
              </a:ext>
            </a:extLst>
          </p:cNvPr>
          <p:cNvSpPr txBox="1"/>
          <p:nvPr/>
        </p:nvSpPr>
        <p:spPr>
          <a:xfrm>
            <a:off x="7564059" y="1294394"/>
            <a:ext cx="1478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Gnuradio - RX</a:t>
            </a:r>
            <a:endParaRPr lang="zh-TW" altLang="en-US"/>
          </a:p>
        </p:txBody>
      </p:sp>
      <p:sp>
        <p:nvSpPr>
          <p:cNvPr id="22" name="Rectangle 14">
            <a:extLst>
              <a:ext uri="{FF2B5EF4-FFF2-40B4-BE49-F238E27FC236}">
                <a16:creationId xmlns:a16="http://schemas.microsoft.com/office/drawing/2014/main" id="{B9A81FC2-3BC1-B3D3-09F4-D190D511FB70}"/>
              </a:ext>
            </a:extLst>
          </p:cNvPr>
          <p:cNvSpPr/>
          <p:nvPr/>
        </p:nvSpPr>
        <p:spPr>
          <a:xfrm>
            <a:off x="600984" y="3614761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Transmission agent</a:t>
            </a:r>
          </a:p>
        </p:txBody>
      </p:sp>
      <p:sp>
        <p:nvSpPr>
          <p:cNvPr id="23" name="Rectangle 14">
            <a:extLst>
              <a:ext uri="{FF2B5EF4-FFF2-40B4-BE49-F238E27FC236}">
                <a16:creationId xmlns:a16="http://schemas.microsoft.com/office/drawing/2014/main" id="{203EA8ED-AE62-A7AE-7BB3-C70689A0C67D}"/>
              </a:ext>
            </a:extLst>
          </p:cNvPr>
          <p:cNvSpPr/>
          <p:nvPr/>
        </p:nvSpPr>
        <p:spPr>
          <a:xfrm>
            <a:off x="1818697" y="3614761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Queue agent</a:t>
            </a:r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DFE8C25D-B092-54AE-656D-BE76E94F7A09}"/>
              </a:ext>
            </a:extLst>
          </p:cNvPr>
          <p:cNvSpPr/>
          <p:nvPr/>
        </p:nvSpPr>
        <p:spPr>
          <a:xfrm>
            <a:off x="3034185" y="3614761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Action agent</a:t>
            </a: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78520D19-A3F2-BB2F-319E-3A99597C2BF6}"/>
              </a:ext>
            </a:extLst>
          </p:cNvPr>
          <p:cNvSpPr/>
          <p:nvPr/>
        </p:nvSpPr>
        <p:spPr>
          <a:xfrm>
            <a:off x="6716240" y="3614761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Transmission agent</a:t>
            </a:r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8A70D178-B3BB-B5BB-6BE8-027C3B35F73D}"/>
              </a:ext>
            </a:extLst>
          </p:cNvPr>
          <p:cNvSpPr/>
          <p:nvPr/>
        </p:nvSpPr>
        <p:spPr>
          <a:xfrm>
            <a:off x="7931728" y="3614761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Queue agent</a:t>
            </a:r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07E92847-FF9A-B469-5454-33A9AF5E598B}"/>
              </a:ext>
            </a:extLst>
          </p:cNvPr>
          <p:cNvSpPr/>
          <p:nvPr/>
        </p:nvSpPr>
        <p:spPr>
          <a:xfrm>
            <a:off x="9147216" y="3614761"/>
            <a:ext cx="1215488" cy="66295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>
                <a:latin typeface="Consolas" panose="020B0609020204030204" pitchFamily="49" charset="0"/>
              </a:rPr>
              <a:t>Action agent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B45B94-144B-3717-5207-FA2349CF2745}"/>
              </a:ext>
            </a:extLst>
          </p:cNvPr>
          <p:cNvSpPr txBox="1"/>
          <p:nvPr/>
        </p:nvSpPr>
        <p:spPr>
          <a:xfrm>
            <a:off x="423072" y="5035925"/>
            <a:ext cx="4175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&gt; python single-transmission –n-pkt 10000</a:t>
            </a:r>
            <a:endParaRPr lang="zh-TW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5D52265-E716-BE47-782A-99621AF68B08}"/>
              </a:ext>
            </a:extLst>
          </p:cNvPr>
          <p:cNvSpPr/>
          <p:nvPr/>
        </p:nvSpPr>
        <p:spPr>
          <a:xfrm>
            <a:off x="1123604" y="1712788"/>
            <a:ext cx="2605672" cy="64054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B26EFE4-D211-8867-0318-98CF951563BF}"/>
              </a:ext>
            </a:extLst>
          </p:cNvPr>
          <p:cNvSpPr/>
          <p:nvPr/>
        </p:nvSpPr>
        <p:spPr>
          <a:xfrm>
            <a:off x="7149288" y="1712788"/>
            <a:ext cx="2605672" cy="64054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ABDE25-A387-34A0-3470-3978154CDECC}"/>
              </a:ext>
            </a:extLst>
          </p:cNvPr>
          <p:cNvSpPr txBox="1"/>
          <p:nvPr/>
        </p:nvSpPr>
        <p:spPr>
          <a:xfrm>
            <a:off x="7030686" y="4614526"/>
            <a:ext cx="2681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&gt;sh agent_service_start.sh</a:t>
            </a:r>
            <a:endParaRPr lang="zh-TW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5B2319-F9C6-121B-E89D-366399DD6446}"/>
              </a:ext>
            </a:extLst>
          </p:cNvPr>
          <p:cNvSpPr txBox="1"/>
          <p:nvPr/>
        </p:nvSpPr>
        <p:spPr>
          <a:xfrm>
            <a:off x="1085816" y="4614526"/>
            <a:ext cx="2681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&gt;sh agent_service_start.sh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1536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818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878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1111</TotalTime>
  <Words>6211</Words>
  <Application>Microsoft Office PowerPoint</Application>
  <PresentationFormat>Widescreen</PresentationFormat>
  <Paragraphs>702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Clemson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ChunChih Lin</dc:creator>
  <cp:lastModifiedBy>ChunChih Lin</cp:lastModifiedBy>
  <cp:revision>334</cp:revision>
  <dcterms:created xsi:type="dcterms:W3CDTF">2022-09-07T18:05:45Z</dcterms:created>
  <dcterms:modified xsi:type="dcterms:W3CDTF">2025-11-18T16:01:00Z</dcterms:modified>
</cp:coreProperties>
</file>